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
  </p:notesMasterIdLst>
  <p:sldIdLst>
    <p:sldId id="256" r:id="rId2"/>
    <p:sldId id="258" r:id="rId3"/>
    <p:sldId id="263" r:id="rId4"/>
    <p:sldId id="25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9F9F9"/>
    <a:srgbClr val="0091A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3079031-EF74-40B4-85F8-10E7BF30615C}" v="190" dt="2026-01-25T21:43:14.93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100" d="100"/>
          <a:sy n="100" d="100"/>
        </p:scale>
        <p:origin x="990" y="1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rissy Shannon" userId="4f2ac87fd8e82d3c" providerId="LiveId" clId="{D6C2B7FC-8ED3-4CB5-8CD6-C61C69B7ED6F}"/>
    <pc:docChg chg="undo redo custSel addSld delSld modSld">
      <pc:chgData name="Crissy Shannon" userId="4f2ac87fd8e82d3c" providerId="LiveId" clId="{D6C2B7FC-8ED3-4CB5-8CD6-C61C69B7ED6F}" dt="2026-01-25T21:45:09.762" v="1149" actId="1076"/>
      <pc:docMkLst>
        <pc:docMk/>
      </pc:docMkLst>
      <pc:sldChg chg="addSp delSp modSp mod setBg">
        <pc:chgData name="Crissy Shannon" userId="4f2ac87fd8e82d3c" providerId="LiveId" clId="{D6C2B7FC-8ED3-4CB5-8CD6-C61C69B7ED6F}" dt="2026-01-25T21:40:33.452" v="1136" actId="2085"/>
        <pc:sldMkLst>
          <pc:docMk/>
          <pc:sldMk cId="1999548453" sldId="256"/>
        </pc:sldMkLst>
        <pc:spChg chg="mod">
          <ac:chgData name="Crissy Shannon" userId="4f2ac87fd8e82d3c" providerId="LiveId" clId="{D6C2B7FC-8ED3-4CB5-8CD6-C61C69B7ED6F}" dt="2026-01-25T18:49:53.488" v="444" actId="165"/>
          <ac:spMkLst>
            <pc:docMk/>
            <pc:sldMk cId="1999548453" sldId="256"/>
            <ac:spMk id="4" creationId="{33C47CCA-4529-EF5E-FEC0-90D5F48426E2}"/>
          </ac:spMkLst>
        </pc:spChg>
        <pc:spChg chg="mod">
          <ac:chgData name="Crissy Shannon" userId="4f2ac87fd8e82d3c" providerId="LiveId" clId="{D6C2B7FC-8ED3-4CB5-8CD6-C61C69B7ED6F}" dt="2026-01-25T21:40:33.452" v="1136" actId="2085"/>
          <ac:spMkLst>
            <pc:docMk/>
            <pc:sldMk cId="1999548453" sldId="256"/>
            <ac:spMk id="5" creationId="{C78794B7-200D-775F-01F9-B345C59B9392}"/>
          </ac:spMkLst>
        </pc:spChg>
        <pc:spChg chg="mod topLvl">
          <ac:chgData name="Crissy Shannon" userId="4f2ac87fd8e82d3c" providerId="LiveId" clId="{D6C2B7FC-8ED3-4CB5-8CD6-C61C69B7ED6F}" dt="2026-01-25T21:26:56.400" v="1039" actId="164"/>
          <ac:spMkLst>
            <pc:docMk/>
            <pc:sldMk cId="1999548453" sldId="256"/>
            <ac:spMk id="6" creationId="{C3A69E65-BA6D-9DC5-ACB5-C531A6CCD9ED}"/>
          </ac:spMkLst>
        </pc:spChg>
        <pc:spChg chg="del mod topLvl">
          <ac:chgData name="Crissy Shannon" userId="4f2ac87fd8e82d3c" providerId="LiveId" clId="{D6C2B7FC-8ED3-4CB5-8CD6-C61C69B7ED6F}" dt="2026-01-25T17:38:11.152" v="23" actId="478"/>
          <ac:spMkLst>
            <pc:docMk/>
            <pc:sldMk cId="1999548453" sldId="256"/>
            <ac:spMk id="8" creationId="{CDCD6BD6-0818-EEF4-F96E-5BB715C750D6}"/>
          </ac:spMkLst>
        </pc:spChg>
        <pc:spChg chg="mod topLvl">
          <ac:chgData name="Crissy Shannon" userId="4f2ac87fd8e82d3c" providerId="LiveId" clId="{D6C2B7FC-8ED3-4CB5-8CD6-C61C69B7ED6F}" dt="2026-01-25T17:39:17.470" v="32" actId="164"/>
          <ac:spMkLst>
            <pc:docMk/>
            <pc:sldMk cId="1999548453" sldId="256"/>
            <ac:spMk id="9" creationId="{2F79E5C9-823A-8491-4349-0A6D391DA9AC}"/>
          </ac:spMkLst>
        </pc:spChg>
        <pc:spChg chg="mod topLvl">
          <ac:chgData name="Crissy Shannon" userId="4f2ac87fd8e82d3c" providerId="LiveId" clId="{D6C2B7FC-8ED3-4CB5-8CD6-C61C69B7ED6F}" dt="2026-01-25T17:39:17.470" v="32" actId="164"/>
          <ac:spMkLst>
            <pc:docMk/>
            <pc:sldMk cId="1999548453" sldId="256"/>
            <ac:spMk id="10" creationId="{AED4BF43-1615-90BE-D328-9F3F8F38C249}"/>
          </ac:spMkLst>
        </pc:spChg>
        <pc:spChg chg="mod topLvl">
          <ac:chgData name="Crissy Shannon" userId="4f2ac87fd8e82d3c" providerId="LiveId" clId="{D6C2B7FC-8ED3-4CB5-8CD6-C61C69B7ED6F}" dt="2026-01-25T17:39:17.470" v="32" actId="164"/>
          <ac:spMkLst>
            <pc:docMk/>
            <pc:sldMk cId="1999548453" sldId="256"/>
            <ac:spMk id="11" creationId="{F02D486E-75C3-BA2C-5BEA-75F5A6EDC861}"/>
          </ac:spMkLst>
        </pc:spChg>
        <pc:spChg chg="mod topLvl">
          <ac:chgData name="Crissy Shannon" userId="4f2ac87fd8e82d3c" providerId="LiveId" clId="{D6C2B7FC-8ED3-4CB5-8CD6-C61C69B7ED6F}" dt="2026-01-25T17:39:17.470" v="32" actId="164"/>
          <ac:spMkLst>
            <pc:docMk/>
            <pc:sldMk cId="1999548453" sldId="256"/>
            <ac:spMk id="12" creationId="{02929128-C451-9C27-A2B5-50745C78C2E3}"/>
          </ac:spMkLst>
        </pc:spChg>
        <pc:spChg chg="add mod">
          <ac:chgData name="Crissy Shannon" userId="4f2ac87fd8e82d3c" providerId="LiveId" clId="{D6C2B7FC-8ED3-4CB5-8CD6-C61C69B7ED6F}" dt="2026-01-25T17:39:17.470" v="32" actId="164"/>
          <ac:spMkLst>
            <pc:docMk/>
            <pc:sldMk cId="1999548453" sldId="256"/>
            <ac:spMk id="15" creationId="{19262C86-5176-0E1E-2426-0528BB7294C8}"/>
          </ac:spMkLst>
        </pc:spChg>
        <pc:spChg chg="add mod topLvl">
          <ac:chgData name="Crissy Shannon" userId="4f2ac87fd8e82d3c" providerId="LiveId" clId="{D6C2B7FC-8ED3-4CB5-8CD6-C61C69B7ED6F}" dt="2026-01-25T21:26:56.400" v="1039" actId="164"/>
          <ac:spMkLst>
            <pc:docMk/>
            <pc:sldMk cId="1999548453" sldId="256"/>
            <ac:spMk id="17" creationId="{DF6B9318-B7D7-A868-93A4-678B4B2347EC}"/>
          </ac:spMkLst>
        </pc:spChg>
        <pc:spChg chg="add mod topLvl">
          <ac:chgData name="Crissy Shannon" userId="4f2ac87fd8e82d3c" providerId="LiveId" clId="{D6C2B7FC-8ED3-4CB5-8CD6-C61C69B7ED6F}" dt="2026-01-25T21:33:10.581" v="1079" actId="255"/>
          <ac:spMkLst>
            <pc:docMk/>
            <pc:sldMk cId="1999548453" sldId="256"/>
            <ac:spMk id="18" creationId="{BEC885CE-BFC9-9174-BA2F-8E01DFE964FF}"/>
          </ac:spMkLst>
        </pc:spChg>
        <pc:spChg chg="add del mod ord">
          <ac:chgData name="Crissy Shannon" userId="4f2ac87fd8e82d3c" providerId="LiveId" clId="{D6C2B7FC-8ED3-4CB5-8CD6-C61C69B7ED6F}" dt="2026-01-25T18:12:54.463" v="223" actId="478"/>
          <ac:spMkLst>
            <pc:docMk/>
            <pc:sldMk cId="1999548453" sldId="256"/>
            <ac:spMk id="19" creationId="{2EAE70E9-2A82-EA73-FF91-B35F632E0925}"/>
          </ac:spMkLst>
        </pc:spChg>
        <pc:spChg chg="mod topLvl">
          <ac:chgData name="Crissy Shannon" userId="4f2ac87fd8e82d3c" providerId="LiveId" clId="{D6C2B7FC-8ED3-4CB5-8CD6-C61C69B7ED6F}" dt="2026-01-25T20:22:48.722" v="844" actId="164"/>
          <ac:spMkLst>
            <pc:docMk/>
            <pc:sldMk cId="1999548453" sldId="256"/>
            <ac:spMk id="24" creationId="{AC3A6C52-205C-0582-9B74-E91F1F610678}"/>
          </ac:spMkLst>
        </pc:spChg>
        <pc:spChg chg="del mod topLvl">
          <ac:chgData name="Crissy Shannon" userId="4f2ac87fd8e82d3c" providerId="LiveId" clId="{D6C2B7FC-8ED3-4CB5-8CD6-C61C69B7ED6F}" dt="2026-01-25T18:36:00.243" v="355" actId="478"/>
          <ac:spMkLst>
            <pc:docMk/>
            <pc:sldMk cId="1999548453" sldId="256"/>
            <ac:spMk id="25" creationId="{570A5789-0E72-91E2-1CF9-4D97CA2C887D}"/>
          </ac:spMkLst>
        </pc:spChg>
        <pc:spChg chg="del mod topLvl">
          <ac:chgData name="Crissy Shannon" userId="4f2ac87fd8e82d3c" providerId="LiveId" clId="{D6C2B7FC-8ED3-4CB5-8CD6-C61C69B7ED6F}" dt="2026-01-25T20:22:30.054" v="842" actId="478"/>
          <ac:spMkLst>
            <pc:docMk/>
            <pc:sldMk cId="1999548453" sldId="256"/>
            <ac:spMk id="26" creationId="{EB4EF5A2-1804-195A-DCAF-8D1A01F1A260}"/>
          </ac:spMkLst>
        </pc:spChg>
        <pc:spChg chg="add del">
          <ac:chgData name="Crissy Shannon" userId="4f2ac87fd8e82d3c" providerId="LiveId" clId="{D6C2B7FC-8ED3-4CB5-8CD6-C61C69B7ED6F}" dt="2026-01-25T18:13:20.478" v="226" actId="26606"/>
          <ac:spMkLst>
            <pc:docMk/>
            <pc:sldMk cId="1999548453" sldId="256"/>
            <ac:spMk id="27" creationId="{69D184B2-2226-4E31-BCCB-444330767440}"/>
          </ac:spMkLst>
        </pc:spChg>
        <pc:spChg chg="mod topLvl">
          <ac:chgData name="Crissy Shannon" userId="4f2ac87fd8e82d3c" providerId="LiveId" clId="{D6C2B7FC-8ED3-4CB5-8CD6-C61C69B7ED6F}" dt="2026-01-25T20:22:48.722" v="844" actId="164"/>
          <ac:spMkLst>
            <pc:docMk/>
            <pc:sldMk cId="1999548453" sldId="256"/>
            <ac:spMk id="28" creationId="{E69A2D21-F477-4CF6-2FEC-2A2693D8D789}"/>
          </ac:spMkLst>
        </pc:spChg>
        <pc:spChg chg="add del">
          <ac:chgData name="Crissy Shannon" userId="4f2ac87fd8e82d3c" providerId="LiveId" clId="{D6C2B7FC-8ED3-4CB5-8CD6-C61C69B7ED6F}" dt="2026-01-25T18:13:20.478" v="226" actId="26606"/>
          <ac:spMkLst>
            <pc:docMk/>
            <pc:sldMk cId="1999548453" sldId="256"/>
            <ac:spMk id="29" creationId="{1AC4D4E3-486A-464A-8EC8-D44881097267}"/>
          </ac:spMkLst>
        </pc:spChg>
        <pc:spChg chg="mod topLvl">
          <ac:chgData name="Crissy Shannon" userId="4f2ac87fd8e82d3c" providerId="LiveId" clId="{D6C2B7FC-8ED3-4CB5-8CD6-C61C69B7ED6F}" dt="2026-01-25T20:22:48.722" v="844" actId="164"/>
          <ac:spMkLst>
            <pc:docMk/>
            <pc:sldMk cId="1999548453" sldId="256"/>
            <ac:spMk id="30" creationId="{14B6AF64-6C9E-CDF4-AA9C-A02A555AB723}"/>
          </ac:spMkLst>
        </pc:spChg>
        <pc:spChg chg="add del">
          <ac:chgData name="Crissy Shannon" userId="4f2ac87fd8e82d3c" providerId="LiveId" clId="{D6C2B7FC-8ED3-4CB5-8CD6-C61C69B7ED6F}" dt="2026-01-25T18:13:20.478" v="226" actId="26606"/>
          <ac:spMkLst>
            <pc:docMk/>
            <pc:sldMk cId="1999548453" sldId="256"/>
            <ac:spMk id="31" creationId="{864DE13E-58EB-4475-B79C-0D4FC651239B}"/>
          </ac:spMkLst>
        </pc:spChg>
        <pc:spChg chg="add del">
          <ac:chgData name="Crissy Shannon" userId="4f2ac87fd8e82d3c" providerId="LiveId" clId="{D6C2B7FC-8ED3-4CB5-8CD6-C61C69B7ED6F}" dt="2026-01-25T18:13:23.426" v="228" actId="26606"/>
          <ac:spMkLst>
            <pc:docMk/>
            <pc:sldMk cId="1999548453" sldId="256"/>
            <ac:spMk id="33" creationId="{32BC26D8-82FB-445E-AA49-62A77D7C1EE0}"/>
          </ac:spMkLst>
        </pc:spChg>
        <pc:spChg chg="add del">
          <ac:chgData name="Crissy Shannon" userId="4f2ac87fd8e82d3c" providerId="LiveId" clId="{D6C2B7FC-8ED3-4CB5-8CD6-C61C69B7ED6F}" dt="2026-01-25T18:13:23.426" v="228" actId="26606"/>
          <ac:spMkLst>
            <pc:docMk/>
            <pc:sldMk cId="1999548453" sldId="256"/>
            <ac:spMk id="34" creationId="{CB44330D-EA18-4254-AA95-EB49948539B8}"/>
          </ac:spMkLst>
        </pc:spChg>
        <pc:spChg chg="add del">
          <ac:chgData name="Crissy Shannon" userId="4f2ac87fd8e82d3c" providerId="LiveId" clId="{D6C2B7FC-8ED3-4CB5-8CD6-C61C69B7ED6F}" dt="2026-01-25T18:13:40.724" v="232" actId="26606"/>
          <ac:spMkLst>
            <pc:docMk/>
            <pc:sldMk cId="1999548453" sldId="256"/>
            <ac:spMk id="35" creationId="{9A97C86A-04D6-40F7-AE84-31AB43E6A846}"/>
          </ac:spMkLst>
        </pc:spChg>
        <pc:spChg chg="add del">
          <ac:chgData name="Crissy Shannon" userId="4f2ac87fd8e82d3c" providerId="LiveId" clId="{D6C2B7FC-8ED3-4CB5-8CD6-C61C69B7ED6F}" dt="2026-01-25T18:13:26.279" v="230" actId="26606"/>
          <ac:spMkLst>
            <pc:docMk/>
            <pc:sldMk cId="1999548453" sldId="256"/>
            <ac:spMk id="36" creationId="{AB8C311F-7253-4AED-9701-7FC0708C41C7}"/>
          </ac:spMkLst>
        </pc:spChg>
        <pc:spChg chg="add del">
          <ac:chgData name="Crissy Shannon" userId="4f2ac87fd8e82d3c" providerId="LiveId" clId="{D6C2B7FC-8ED3-4CB5-8CD6-C61C69B7ED6F}" dt="2026-01-25T18:13:26.279" v="230" actId="26606"/>
          <ac:spMkLst>
            <pc:docMk/>
            <pc:sldMk cId="1999548453" sldId="256"/>
            <ac:spMk id="37" creationId="{E2384209-CB15-4CDF-9D31-C44FD9A3F20D}"/>
          </ac:spMkLst>
        </pc:spChg>
        <pc:spChg chg="add del">
          <ac:chgData name="Crissy Shannon" userId="4f2ac87fd8e82d3c" providerId="LiveId" clId="{D6C2B7FC-8ED3-4CB5-8CD6-C61C69B7ED6F}" dt="2026-01-25T18:13:26.279" v="230" actId="26606"/>
          <ac:spMkLst>
            <pc:docMk/>
            <pc:sldMk cId="1999548453" sldId="256"/>
            <ac:spMk id="38" creationId="{2633B3B5-CC90-43F0-8714-D31D1F3F0209}"/>
          </ac:spMkLst>
        </pc:spChg>
        <pc:spChg chg="add del">
          <ac:chgData name="Crissy Shannon" userId="4f2ac87fd8e82d3c" providerId="LiveId" clId="{D6C2B7FC-8ED3-4CB5-8CD6-C61C69B7ED6F}" dt="2026-01-25T18:13:26.279" v="230" actId="26606"/>
          <ac:spMkLst>
            <pc:docMk/>
            <pc:sldMk cId="1999548453" sldId="256"/>
            <ac:spMk id="39" creationId="{A8D57A06-A426-446D-B02C-A2DC6B62E45E}"/>
          </ac:spMkLst>
        </pc:spChg>
        <pc:spChg chg="add del mod topLvl">
          <ac:chgData name="Crissy Shannon" userId="4f2ac87fd8e82d3c" providerId="LiveId" clId="{D6C2B7FC-8ED3-4CB5-8CD6-C61C69B7ED6F}" dt="2026-01-25T20:04:03.352" v="827" actId="478"/>
          <ac:spMkLst>
            <pc:docMk/>
            <pc:sldMk cId="1999548453" sldId="256"/>
            <ac:spMk id="40" creationId="{FF5D3BBD-FDD5-7ED9-BD4B-1D8935BADC92}"/>
          </ac:spMkLst>
        </pc:spChg>
        <pc:spChg chg="add del">
          <ac:chgData name="Crissy Shannon" userId="4f2ac87fd8e82d3c" providerId="LiveId" clId="{D6C2B7FC-8ED3-4CB5-8CD6-C61C69B7ED6F}" dt="2026-01-25T18:13:40.724" v="232" actId="26606"/>
          <ac:spMkLst>
            <pc:docMk/>
            <pc:sldMk cId="1999548453" sldId="256"/>
            <ac:spMk id="41" creationId="{F3060C83-F051-4F0E-ABAD-AA0DFC48B218}"/>
          </ac:spMkLst>
        </pc:spChg>
        <pc:spChg chg="add del">
          <ac:chgData name="Crissy Shannon" userId="4f2ac87fd8e82d3c" providerId="LiveId" clId="{D6C2B7FC-8ED3-4CB5-8CD6-C61C69B7ED6F}" dt="2026-01-25T18:13:40.724" v="232" actId="26606"/>
          <ac:spMkLst>
            <pc:docMk/>
            <pc:sldMk cId="1999548453" sldId="256"/>
            <ac:spMk id="42" creationId="{83C98ABE-055B-441F-B07E-44F97F083C39}"/>
          </ac:spMkLst>
        </pc:spChg>
        <pc:spChg chg="add del">
          <ac:chgData name="Crissy Shannon" userId="4f2ac87fd8e82d3c" providerId="LiveId" clId="{D6C2B7FC-8ED3-4CB5-8CD6-C61C69B7ED6F}" dt="2026-01-25T18:13:40.724" v="232" actId="26606"/>
          <ac:spMkLst>
            <pc:docMk/>
            <pc:sldMk cId="1999548453" sldId="256"/>
            <ac:spMk id="43" creationId="{29FDB030-9B49-4CED-8CCD-4D99382388AC}"/>
          </ac:spMkLst>
        </pc:spChg>
        <pc:spChg chg="add del">
          <ac:chgData name="Crissy Shannon" userId="4f2ac87fd8e82d3c" providerId="LiveId" clId="{D6C2B7FC-8ED3-4CB5-8CD6-C61C69B7ED6F}" dt="2026-01-25T18:13:40.724" v="232" actId="26606"/>
          <ac:spMkLst>
            <pc:docMk/>
            <pc:sldMk cId="1999548453" sldId="256"/>
            <ac:spMk id="44" creationId="{3783CA14-24A1-485C-8B30-D6A5D87987AD}"/>
          </ac:spMkLst>
        </pc:spChg>
        <pc:spChg chg="add del">
          <ac:chgData name="Crissy Shannon" userId="4f2ac87fd8e82d3c" providerId="LiveId" clId="{D6C2B7FC-8ED3-4CB5-8CD6-C61C69B7ED6F}" dt="2026-01-25T18:13:40.724" v="232" actId="26606"/>
          <ac:spMkLst>
            <pc:docMk/>
            <pc:sldMk cId="1999548453" sldId="256"/>
            <ac:spMk id="45" creationId="{FF9F2414-84E8-453E-B1F3-389FDE8192D9}"/>
          </ac:spMkLst>
        </pc:spChg>
        <pc:spChg chg="add del">
          <ac:chgData name="Crissy Shannon" userId="4f2ac87fd8e82d3c" providerId="LiveId" clId="{D6C2B7FC-8ED3-4CB5-8CD6-C61C69B7ED6F}" dt="2026-01-25T18:13:40.724" v="232" actId="26606"/>
          <ac:spMkLst>
            <pc:docMk/>
            <pc:sldMk cId="1999548453" sldId="256"/>
            <ac:spMk id="46" creationId="{3ECA69A1-7536-43AC-85EF-C7106179F5ED}"/>
          </ac:spMkLst>
        </pc:spChg>
        <pc:spChg chg="add del mod topLvl">
          <ac:chgData name="Crissy Shannon" userId="4f2ac87fd8e82d3c" providerId="LiveId" clId="{D6C2B7FC-8ED3-4CB5-8CD6-C61C69B7ED6F}" dt="2026-01-25T20:04:04.867" v="828" actId="478"/>
          <ac:spMkLst>
            <pc:docMk/>
            <pc:sldMk cId="1999548453" sldId="256"/>
            <ac:spMk id="47" creationId="{986AA6D4-00DE-0494-BDE2-26BEAA3FD397}"/>
          </ac:spMkLst>
        </pc:spChg>
        <pc:spChg chg="add del">
          <ac:chgData name="Crissy Shannon" userId="4f2ac87fd8e82d3c" providerId="LiveId" clId="{D6C2B7FC-8ED3-4CB5-8CD6-C61C69B7ED6F}" dt="2026-01-25T18:13:43.182" v="234" actId="26606"/>
          <ac:spMkLst>
            <pc:docMk/>
            <pc:sldMk cId="1999548453" sldId="256"/>
            <ac:spMk id="48" creationId="{8950AD4C-6AF3-49F8-94E1-DBCAFB39478B}"/>
          </ac:spMkLst>
        </pc:spChg>
        <pc:spChg chg="add del">
          <ac:chgData name="Crissy Shannon" userId="4f2ac87fd8e82d3c" providerId="LiveId" clId="{D6C2B7FC-8ED3-4CB5-8CD6-C61C69B7ED6F}" dt="2026-01-25T18:13:43.182" v="234" actId="26606"/>
          <ac:spMkLst>
            <pc:docMk/>
            <pc:sldMk cId="1999548453" sldId="256"/>
            <ac:spMk id="49" creationId="{2F0E00C3-4613-415F-BE3A-78FBAD9061C0}"/>
          </ac:spMkLst>
        </pc:spChg>
        <pc:spChg chg="add del">
          <ac:chgData name="Crissy Shannon" userId="4f2ac87fd8e82d3c" providerId="LiveId" clId="{D6C2B7FC-8ED3-4CB5-8CD6-C61C69B7ED6F}" dt="2026-01-25T18:13:43.182" v="234" actId="26606"/>
          <ac:spMkLst>
            <pc:docMk/>
            <pc:sldMk cId="1999548453" sldId="256"/>
            <ac:spMk id="50" creationId="{8DBEAE55-3EA1-41D7-A212-5F7D8986C1F2}"/>
          </ac:spMkLst>
        </pc:spChg>
        <pc:spChg chg="add del">
          <ac:chgData name="Crissy Shannon" userId="4f2ac87fd8e82d3c" providerId="LiveId" clId="{D6C2B7FC-8ED3-4CB5-8CD6-C61C69B7ED6F}" dt="2026-01-25T18:13:43.182" v="234" actId="26606"/>
          <ac:spMkLst>
            <pc:docMk/>
            <pc:sldMk cId="1999548453" sldId="256"/>
            <ac:spMk id="51" creationId="{CFC5F0E7-644F-4101-BE72-12825CF537E7}"/>
          </ac:spMkLst>
        </pc:spChg>
        <pc:spChg chg="add del mod topLvl">
          <ac:chgData name="Crissy Shannon" userId="4f2ac87fd8e82d3c" providerId="LiveId" clId="{D6C2B7FC-8ED3-4CB5-8CD6-C61C69B7ED6F}" dt="2026-01-25T20:04:27.413" v="830" actId="478"/>
          <ac:spMkLst>
            <pc:docMk/>
            <pc:sldMk cId="1999548453" sldId="256"/>
            <ac:spMk id="52" creationId="{CACE7BCD-2C8A-DB46-C981-3B1542934D1F}"/>
          </ac:spMkLst>
        </pc:spChg>
        <pc:spChg chg="add del">
          <ac:chgData name="Crissy Shannon" userId="4f2ac87fd8e82d3c" providerId="LiveId" clId="{D6C2B7FC-8ED3-4CB5-8CD6-C61C69B7ED6F}" dt="2026-01-25T18:13:46.257" v="236" actId="26606"/>
          <ac:spMkLst>
            <pc:docMk/>
            <pc:sldMk cId="1999548453" sldId="256"/>
            <ac:spMk id="53" creationId="{1500B4A4-B1F1-41EA-886A-B8A210DBCA3B}"/>
          </ac:spMkLst>
        </pc:spChg>
        <pc:spChg chg="add del">
          <ac:chgData name="Crissy Shannon" userId="4f2ac87fd8e82d3c" providerId="LiveId" clId="{D6C2B7FC-8ED3-4CB5-8CD6-C61C69B7ED6F}" dt="2026-01-25T18:13:46.257" v="236" actId="26606"/>
          <ac:spMkLst>
            <pc:docMk/>
            <pc:sldMk cId="1999548453" sldId="256"/>
            <ac:spMk id="54" creationId="{5E55A99C-0BDC-4DBE-8E40-9FA66F629FA1}"/>
          </ac:spMkLst>
        </pc:spChg>
        <pc:spChg chg="add del">
          <ac:chgData name="Crissy Shannon" userId="4f2ac87fd8e82d3c" providerId="LiveId" clId="{D6C2B7FC-8ED3-4CB5-8CD6-C61C69B7ED6F}" dt="2026-01-25T18:13:47.999" v="238" actId="26606"/>
          <ac:spMkLst>
            <pc:docMk/>
            <pc:sldMk cId="1999548453" sldId="256"/>
            <ac:spMk id="56" creationId="{7C1E5815-D54C-487F-A054-6D4930ADE3DF}"/>
          </ac:spMkLst>
        </pc:spChg>
        <pc:spChg chg="add del">
          <ac:chgData name="Crissy Shannon" userId="4f2ac87fd8e82d3c" providerId="LiveId" clId="{D6C2B7FC-8ED3-4CB5-8CD6-C61C69B7ED6F}" dt="2026-01-25T18:13:47.999" v="238" actId="26606"/>
          <ac:spMkLst>
            <pc:docMk/>
            <pc:sldMk cId="1999548453" sldId="256"/>
            <ac:spMk id="57" creationId="{736F0DFD-0954-464F-BF12-DD2E6F6E0380}"/>
          </ac:spMkLst>
        </pc:spChg>
        <pc:spChg chg="add del mod topLvl">
          <ac:chgData name="Crissy Shannon" userId="4f2ac87fd8e82d3c" providerId="LiveId" clId="{D6C2B7FC-8ED3-4CB5-8CD6-C61C69B7ED6F}" dt="2026-01-25T19:43:08.244" v="667" actId="478"/>
          <ac:spMkLst>
            <pc:docMk/>
            <pc:sldMk cId="1999548453" sldId="256"/>
            <ac:spMk id="58" creationId="{A13A2C82-F405-C65B-7E8A-FFDD2B147939}"/>
          </ac:spMkLst>
        </pc:spChg>
        <pc:spChg chg="add del">
          <ac:chgData name="Crissy Shannon" userId="4f2ac87fd8e82d3c" providerId="LiveId" clId="{D6C2B7FC-8ED3-4CB5-8CD6-C61C69B7ED6F}" dt="2026-01-25T18:13:50.027" v="240" actId="26606"/>
          <ac:spMkLst>
            <pc:docMk/>
            <pc:sldMk cId="1999548453" sldId="256"/>
            <ac:spMk id="59" creationId="{C7F55EAC-550A-4BDD-9099-3F20B8FA0EBC}"/>
          </ac:spMkLst>
        </pc:spChg>
        <pc:spChg chg="add del">
          <ac:chgData name="Crissy Shannon" userId="4f2ac87fd8e82d3c" providerId="LiveId" clId="{D6C2B7FC-8ED3-4CB5-8CD6-C61C69B7ED6F}" dt="2026-01-25T18:13:50.027" v="240" actId="26606"/>
          <ac:spMkLst>
            <pc:docMk/>
            <pc:sldMk cId="1999548453" sldId="256"/>
            <ac:spMk id="60" creationId="{DC4F5A5F-493F-49AE-89B6-D5AF5EBC8B0E}"/>
          </ac:spMkLst>
        </pc:spChg>
        <pc:spChg chg="add del">
          <ac:chgData name="Crissy Shannon" userId="4f2ac87fd8e82d3c" providerId="LiveId" clId="{D6C2B7FC-8ED3-4CB5-8CD6-C61C69B7ED6F}" dt="2026-01-25T18:13:52.424" v="242" actId="26606"/>
          <ac:spMkLst>
            <pc:docMk/>
            <pc:sldMk cId="1999548453" sldId="256"/>
            <ac:spMk id="62" creationId="{DA2E7C1E-2B5A-4BBA-AE51-1CD8C19309D7}"/>
          </ac:spMkLst>
        </pc:spChg>
        <pc:spChg chg="add del">
          <ac:chgData name="Crissy Shannon" userId="4f2ac87fd8e82d3c" providerId="LiveId" clId="{D6C2B7FC-8ED3-4CB5-8CD6-C61C69B7ED6F}" dt="2026-01-25T18:13:52.424" v="242" actId="26606"/>
          <ac:spMkLst>
            <pc:docMk/>
            <pc:sldMk cId="1999548453" sldId="256"/>
            <ac:spMk id="63" creationId="{43DF76B1-5174-4FAF-9D19-FFEE98426836}"/>
          </ac:spMkLst>
        </pc:spChg>
        <pc:spChg chg="add del">
          <ac:chgData name="Crissy Shannon" userId="4f2ac87fd8e82d3c" providerId="LiveId" clId="{D6C2B7FC-8ED3-4CB5-8CD6-C61C69B7ED6F}" dt="2026-01-25T18:14:00.512" v="244" actId="26606"/>
          <ac:spMkLst>
            <pc:docMk/>
            <pc:sldMk cId="1999548453" sldId="256"/>
            <ac:spMk id="65" creationId="{5F879AC3-D4CE-493C-ADC7-06205677F4F8}"/>
          </ac:spMkLst>
        </pc:spChg>
        <pc:spChg chg="add del">
          <ac:chgData name="Crissy Shannon" userId="4f2ac87fd8e82d3c" providerId="LiveId" clId="{D6C2B7FC-8ED3-4CB5-8CD6-C61C69B7ED6F}" dt="2026-01-25T18:14:00.512" v="244" actId="26606"/>
          <ac:spMkLst>
            <pc:docMk/>
            <pc:sldMk cId="1999548453" sldId="256"/>
            <ac:spMk id="66" creationId="{736F0DFD-0954-464F-BF12-DD2E6F6E0380}"/>
          </ac:spMkLst>
        </pc:spChg>
        <pc:spChg chg="add mod">
          <ac:chgData name="Crissy Shannon" userId="4f2ac87fd8e82d3c" providerId="LiveId" clId="{D6C2B7FC-8ED3-4CB5-8CD6-C61C69B7ED6F}" dt="2026-01-25T20:22:48.722" v="844" actId="164"/>
          <ac:spMkLst>
            <pc:docMk/>
            <pc:sldMk cId="1999548453" sldId="256"/>
            <ac:spMk id="67" creationId="{4E147C48-8594-9428-2F2D-B6D27535D0B6}"/>
          </ac:spMkLst>
        </pc:spChg>
        <pc:spChg chg="add del">
          <ac:chgData name="Crissy Shannon" userId="4f2ac87fd8e82d3c" providerId="LiveId" clId="{D6C2B7FC-8ED3-4CB5-8CD6-C61C69B7ED6F}" dt="2026-01-25T18:14:05.812" v="246" actId="26606"/>
          <ac:spMkLst>
            <pc:docMk/>
            <pc:sldMk cId="1999548453" sldId="256"/>
            <ac:spMk id="68" creationId="{69D184B2-2226-4E31-BCCB-444330767440}"/>
          </ac:spMkLst>
        </pc:spChg>
        <pc:spChg chg="add del">
          <ac:chgData name="Crissy Shannon" userId="4f2ac87fd8e82d3c" providerId="LiveId" clId="{D6C2B7FC-8ED3-4CB5-8CD6-C61C69B7ED6F}" dt="2026-01-25T18:14:05.812" v="246" actId="26606"/>
          <ac:spMkLst>
            <pc:docMk/>
            <pc:sldMk cId="1999548453" sldId="256"/>
            <ac:spMk id="69" creationId="{1AC4D4E3-486A-464A-8EC8-D44881097267}"/>
          </ac:spMkLst>
        </pc:spChg>
        <pc:spChg chg="add del">
          <ac:chgData name="Crissy Shannon" userId="4f2ac87fd8e82d3c" providerId="LiveId" clId="{D6C2B7FC-8ED3-4CB5-8CD6-C61C69B7ED6F}" dt="2026-01-25T18:14:05.812" v="246" actId="26606"/>
          <ac:spMkLst>
            <pc:docMk/>
            <pc:sldMk cId="1999548453" sldId="256"/>
            <ac:spMk id="70" creationId="{864DE13E-58EB-4475-B79C-0D4FC651239B}"/>
          </ac:spMkLst>
        </pc:spChg>
        <pc:spChg chg="add mod topLvl">
          <ac:chgData name="Crissy Shannon" userId="4f2ac87fd8e82d3c" providerId="LiveId" clId="{D6C2B7FC-8ED3-4CB5-8CD6-C61C69B7ED6F}" dt="2026-01-25T21:33:02.779" v="1078" actId="1076"/>
          <ac:spMkLst>
            <pc:docMk/>
            <pc:sldMk cId="1999548453" sldId="256"/>
            <ac:spMk id="71" creationId="{7BFC1DE2-25EC-6681-C465-46A46DF51A0C}"/>
          </ac:spMkLst>
        </pc:spChg>
        <pc:spChg chg="add del">
          <ac:chgData name="Crissy Shannon" userId="4f2ac87fd8e82d3c" providerId="LiveId" clId="{D6C2B7FC-8ED3-4CB5-8CD6-C61C69B7ED6F}" dt="2026-01-25T18:53:45.612" v="500" actId="26606"/>
          <ac:spMkLst>
            <pc:docMk/>
            <pc:sldMk cId="1999548453" sldId="256"/>
            <ac:spMk id="72" creationId="{5F879AC3-D4CE-493C-ADC7-06205677F4F8}"/>
          </ac:spMkLst>
        </pc:spChg>
        <pc:spChg chg="add del">
          <ac:chgData name="Crissy Shannon" userId="4f2ac87fd8e82d3c" providerId="LiveId" clId="{D6C2B7FC-8ED3-4CB5-8CD6-C61C69B7ED6F}" dt="2026-01-25T18:53:45.612" v="500" actId="26606"/>
          <ac:spMkLst>
            <pc:docMk/>
            <pc:sldMk cId="1999548453" sldId="256"/>
            <ac:spMk id="73" creationId="{736F0DFD-0954-464F-BF12-DD2E6F6E0380}"/>
          </ac:spMkLst>
        </pc:spChg>
        <pc:spChg chg="add del">
          <ac:chgData name="Crissy Shannon" userId="4f2ac87fd8e82d3c" providerId="LiveId" clId="{D6C2B7FC-8ED3-4CB5-8CD6-C61C69B7ED6F}" dt="2026-01-25T18:53:37.278" v="498" actId="26606"/>
          <ac:spMkLst>
            <pc:docMk/>
            <pc:sldMk cId="1999548453" sldId="256"/>
            <ac:spMk id="75" creationId="{5D1D4658-32CD-4903-BDA6-7B54EEA4ED6F}"/>
          </ac:spMkLst>
        </pc:spChg>
        <pc:spChg chg="add del">
          <ac:chgData name="Crissy Shannon" userId="4f2ac87fd8e82d3c" providerId="LiveId" clId="{D6C2B7FC-8ED3-4CB5-8CD6-C61C69B7ED6F}" dt="2026-01-25T18:53:37.278" v="498" actId="26606"/>
          <ac:spMkLst>
            <pc:docMk/>
            <pc:sldMk cId="1999548453" sldId="256"/>
            <ac:spMk id="76" creationId="{7A29A97C-0C3C-4F06-9CA4-68DFD1CE4039}"/>
          </ac:spMkLst>
        </pc:spChg>
        <pc:spChg chg="add del">
          <ac:chgData name="Crissy Shannon" userId="4f2ac87fd8e82d3c" providerId="LiveId" clId="{D6C2B7FC-8ED3-4CB5-8CD6-C61C69B7ED6F}" dt="2026-01-25T18:53:37.278" v="498" actId="26606"/>
          <ac:spMkLst>
            <pc:docMk/>
            <pc:sldMk cId="1999548453" sldId="256"/>
            <ac:spMk id="77" creationId="{801292C1-8B12-4AF2-9B59-8851A132E5E2}"/>
          </ac:spMkLst>
        </pc:spChg>
        <pc:spChg chg="add del">
          <ac:chgData name="Crissy Shannon" userId="4f2ac87fd8e82d3c" providerId="LiveId" clId="{D6C2B7FC-8ED3-4CB5-8CD6-C61C69B7ED6F}" dt="2026-01-25T18:24:06.410" v="269" actId="26606"/>
          <ac:spMkLst>
            <pc:docMk/>
            <pc:sldMk cId="1999548453" sldId="256"/>
            <ac:spMk id="78" creationId="{69D184B2-2226-4E31-BCCB-444330767440}"/>
          </ac:spMkLst>
        </pc:spChg>
        <pc:spChg chg="add del">
          <ac:chgData name="Crissy Shannon" userId="4f2ac87fd8e82d3c" providerId="LiveId" clId="{D6C2B7FC-8ED3-4CB5-8CD6-C61C69B7ED6F}" dt="2026-01-25T18:53:45.612" v="500" actId="26606"/>
          <ac:spMkLst>
            <pc:docMk/>
            <pc:sldMk cId="1999548453" sldId="256"/>
            <ac:spMk id="79" creationId="{A9F529C3-C941-49FD-8C67-82F134F64BDB}"/>
          </ac:spMkLst>
        </pc:spChg>
        <pc:spChg chg="add del">
          <ac:chgData name="Crissy Shannon" userId="4f2ac87fd8e82d3c" providerId="LiveId" clId="{D6C2B7FC-8ED3-4CB5-8CD6-C61C69B7ED6F}" dt="2026-01-25T18:24:06.410" v="269" actId="26606"/>
          <ac:spMkLst>
            <pc:docMk/>
            <pc:sldMk cId="1999548453" sldId="256"/>
            <ac:spMk id="80" creationId="{1AC4D4E3-486A-464A-8EC8-D44881097267}"/>
          </ac:spMkLst>
        </pc:spChg>
        <pc:spChg chg="add del">
          <ac:chgData name="Crissy Shannon" userId="4f2ac87fd8e82d3c" providerId="LiveId" clId="{D6C2B7FC-8ED3-4CB5-8CD6-C61C69B7ED6F}" dt="2026-01-25T18:53:45.612" v="500" actId="26606"/>
          <ac:spMkLst>
            <pc:docMk/>
            <pc:sldMk cId="1999548453" sldId="256"/>
            <ac:spMk id="81" creationId="{20586029-32A0-47E5-9AEC-AE3ABA6B94D0}"/>
          </ac:spMkLst>
        </pc:spChg>
        <pc:spChg chg="add del">
          <ac:chgData name="Crissy Shannon" userId="4f2ac87fd8e82d3c" providerId="LiveId" clId="{D6C2B7FC-8ED3-4CB5-8CD6-C61C69B7ED6F}" dt="2026-01-25T18:24:06.410" v="269" actId="26606"/>
          <ac:spMkLst>
            <pc:docMk/>
            <pc:sldMk cId="1999548453" sldId="256"/>
            <ac:spMk id="82" creationId="{864DE13E-58EB-4475-B79C-0D4FC651239B}"/>
          </ac:spMkLst>
        </pc:spChg>
        <pc:spChg chg="add mod">
          <ac:chgData name="Crissy Shannon" userId="4f2ac87fd8e82d3c" providerId="LiveId" clId="{D6C2B7FC-8ED3-4CB5-8CD6-C61C69B7ED6F}" dt="2026-01-25T19:59:37.993" v="694"/>
          <ac:spMkLst>
            <pc:docMk/>
            <pc:sldMk cId="1999548453" sldId="256"/>
            <ac:spMk id="84" creationId="{D601E3BB-AF5C-CBE9-6AE4-0A5533FADE1F}"/>
          </ac:spMkLst>
        </pc:spChg>
        <pc:spChg chg="add mod">
          <ac:chgData name="Crissy Shannon" userId="4f2ac87fd8e82d3c" providerId="LiveId" clId="{D6C2B7FC-8ED3-4CB5-8CD6-C61C69B7ED6F}" dt="2026-01-25T19:59:37.993" v="694"/>
          <ac:spMkLst>
            <pc:docMk/>
            <pc:sldMk cId="1999548453" sldId="256"/>
            <ac:spMk id="85" creationId="{B79304EE-F8F5-E17F-82F7-48E49B9DAD70}"/>
          </ac:spMkLst>
        </pc:spChg>
        <pc:spChg chg="add mod">
          <ac:chgData name="Crissy Shannon" userId="4f2ac87fd8e82d3c" providerId="LiveId" clId="{D6C2B7FC-8ED3-4CB5-8CD6-C61C69B7ED6F}" dt="2026-01-25T19:59:37.993" v="694"/>
          <ac:spMkLst>
            <pc:docMk/>
            <pc:sldMk cId="1999548453" sldId="256"/>
            <ac:spMk id="86" creationId="{88B217E5-D761-642F-53AA-800C9295AA6A}"/>
          </ac:spMkLst>
        </pc:spChg>
        <pc:spChg chg="add del mod">
          <ac:chgData name="Crissy Shannon" userId="4f2ac87fd8e82d3c" providerId="LiveId" clId="{D6C2B7FC-8ED3-4CB5-8CD6-C61C69B7ED6F}" dt="2026-01-25T21:34:56.487" v="1092" actId="12788"/>
          <ac:spMkLst>
            <pc:docMk/>
            <pc:sldMk cId="1999548453" sldId="256"/>
            <ac:spMk id="87" creationId="{7B86E566-D8C6-B5E2-74D8-061353639C09}"/>
          </ac:spMkLst>
        </pc:spChg>
        <pc:spChg chg="add mod">
          <ac:chgData name="Crissy Shannon" userId="4f2ac87fd8e82d3c" providerId="LiveId" clId="{D6C2B7FC-8ED3-4CB5-8CD6-C61C69B7ED6F}" dt="2026-01-25T20:24:49.882" v="874" actId="207"/>
          <ac:spMkLst>
            <pc:docMk/>
            <pc:sldMk cId="1999548453" sldId="256"/>
            <ac:spMk id="90" creationId="{166AB680-CD98-D68D-70EE-46345129F5BD}"/>
          </ac:spMkLst>
        </pc:spChg>
        <pc:spChg chg="mod">
          <ac:chgData name="Crissy Shannon" userId="4f2ac87fd8e82d3c" providerId="LiveId" clId="{D6C2B7FC-8ED3-4CB5-8CD6-C61C69B7ED6F}" dt="2026-01-25T21:24:10.850" v="1019"/>
          <ac:spMkLst>
            <pc:docMk/>
            <pc:sldMk cId="1999548453" sldId="256"/>
            <ac:spMk id="92" creationId="{3B7B2C64-C8B6-22FC-2FB3-DC1EC878F213}"/>
          </ac:spMkLst>
        </pc:spChg>
        <pc:spChg chg="mod">
          <ac:chgData name="Crissy Shannon" userId="4f2ac87fd8e82d3c" providerId="LiveId" clId="{D6C2B7FC-8ED3-4CB5-8CD6-C61C69B7ED6F}" dt="2026-01-25T21:24:10.850" v="1019"/>
          <ac:spMkLst>
            <pc:docMk/>
            <pc:sldMk cId="1999548453" sldId="256"/>
            <ac:spMk id="93" creationId="{8939BA65-8751-7152-2C66-184E4C3D922D}"/>
          </ac:spMkLst>
        </pc:spChg>
        <pc:spChg chg="mod">
          <ac:chgData name="Crissy Shannon" userId="4f2ac87fd8e82d3c" providerId="LiveId" clId="{D6C2B7FC-8ED3-4CB5-8CD6-C61C69B7ED6F}" dt="2026-01-25T21:24:10.850" v="1019"/>
          <ac:spMkLst>
            <pc:docMk/>
            <pc:sldMk cId="1999548453" sldId="256"/>
            <ac:spMk id="94" creationId="{CC98E7E2-7AE1-4CEA-3216-342602897508}"/>
          </ac:spMkLst>
        </pc:spChg>
        <pc:spChg chg="mod">
          <ac:chgData name="Crissy Shannon" userId="4f2ac87fd8e82d3c" providerId="LiveId" clId="{D6C2B7FC-8ED3-4CB5-8CD6-C61C69B7ED6F}" dt="2026-01-25T21:24:10.850" v="1019"/>
          <ac:spMkLst>
            <pc:docMk/>
            <pc:sldMk cId="1999548453" sldId="256"/>
            <ac:spMk id="95" creationId="{EE4CDF70-1A93-9BA2-87C5-9EC0C98BD76F}"/>
          </ac:spMkLst>
        </pc:spChg>
        <pc:grpChg chg="add mod topLvl">
          <ac:chgData name="Crissy Shannon" userId="4f2ac87fd8e82d3c" providerId="LiveId" clId="{D6C2B7FC-8ED3-4CB5-8CD6-C61C69B7ED6F}" dt="2026-01-25T18:53:45.612" v="500" actId="26606"/>
          <ac:grpSpMkLst>
            <pc:docMk/>
            <pc:sldMk cId="1999548453" sldId="256"/>
            <ac:grpSpMk id="7" creationId="{6FB8F535-6CA4-8923-9F5E-ADEB1B0DBF01}"/>
          </ac:grpSpMkLst>
        </pc:grpChg>
        <pc:grpChg chg="del">
          <ac:chgData name="Crissy Shannon" userId="4f2ac87fd8e82d3c" providerId="LiveId" clId="{D6C2B7FC-8ED3-4CB5-8CD6-C61C69B7ED6F}" dt="2026-01-25T17:36:00.314" v="8" actId="165"/>
          <ac:grpSpMkLst>
            <pc:docMk/>
            <pc:sldMk cId="1999548453" sldId="256"/>
            <ac:grpSpMk id="13" creationId="{D1783B47-378F-E47F-1DE5-642B635FAD43}"/>
          </ac:grpSpMkLst>
        </pc:grpChg>
        <pc:grpChg chg="add mod">
          <ac:chgData name="Crissy Shannon" userId="4f2ac87fd8e82d3c" providerId="LiveId" clId="{D6C2B7FC-8ED3-4CB5-8CD6-C61C69B7ED6F}" dt="2026-01-25T17:37:19.727" v="18" actId="164"/>
          <ac:grpSpMkLst>
            <pc:docMk/>
            <pc:sldMk cId="1999548453" sldId="256"/>
            <ac:grpSpMk id="14" creationId="{A3DFC042-CA7B-F617-DED8-8E183C76077E}"/>
          </ac:grpSpMkLst>
        </pc:grpChg>
        <pc:grpChg chg="add del mod">
          <ac:chgData name="Crissy Shannon" userId="4f2ac87fd8e82d3c" providerId="LiveId" clId="{D6C2B7FC-8ED3-4CB5-8CD6-C61C69B7ED6F}" dt="2026-01-25T18:12:56.782" v="224" actId="478"/>
          <ac:grpSpMkLst>
            <pc:docMk/>
            <pc:sldMk cId="1999548453" sldId="256"/>
            <ac:grpSpMk id="16" creationId="{9331481B-2DE1-9731-D94F-F016863329D8}"/>
          </ac:grpSpMkLst>
        </pc:grpChg>
        <pc:grpChg chg="add del mod topLvl">
          <ac:chgData name="Crissy Shannon" userId="4f2ac87fd8e82d3c" providerId="LiveId" clId="{D6C2B7FC-8ED3-4CB5-8CD6-C61C69B7ED6F}" dt="2026-01-25T20:01:27.381" v="753" actId="165"/>
          <ac:grpSpMkLst>
            <pc:docMk/>
            <pc:sldMk cId="1999548453" sldId="256"/>
            <ac:grpSpMk id="20" creationId="{3D5D8E17-4490-D947-A979-AB6B93EBE4DF}"/>
          </ac:grpSpMkLst>
        </pc:grpChg>
        <pc:grpChg chg="add mod">
          <ac:chgData name="Crissy Shannon" userId="4f2ac87fd8e82d3c" providerId="LiveId" clId="{D6C2B7FC-8ED3-4CB5-8CD6-C61C69B7ED6F}" dt="2026-01-25T18:02:22.519" v="132" actId="164"/>
          <ac:grpSpMkLst>
            <pc:docMk/>
            <pc:sldMk cId="1999548453" sldId="256"/>
            <ac:grpSpMk id="21" creationId="{80DD7A1D-F87F-0813-E1D6-277AA2DDF719}"/>
          </ac:grpSpMkLst>
        </pc:grpChg>
        <pc:grpChg chg="add del mod">
          <ac:chgData name="Crissy Shannon" userId="4f2ac87fd8e82d3c" providerId="LiveId" clId="{D6C2B7FC-8ED3-4CB5-8CD6-C61C69B7ED6F}" dt="2026-01-25T18:49:53.488" v="444" actId="165"/>
          <ac:grpSpMkLst>
            <pc:docMk/>
            <pc:sldMk cId="1999548453" sldId="256"/>
            <ac:grpSpMk id="22" creationId="{8455584F-02DE-D09A-AD58-C86762044BE6}"/>
          </ac:grpSpMkLst>
        </pc:grpChg>
        <pc:grpChg chg="add del mod">
          <ac:chgData name="Crissy Shannon" userId="4f2ac87fd8e82d3c" providerId="LiveId" clId="{D6C2B7FC-8ED3-4CB5-8CD6-C61C69B7ED6F}" dt="2026-01-25T18:35:53.800" v="354" actId="165"/>
          <ac:grpSpMkLst>
            <pc:docMk/>
            <pc:sldMk cId="1999548453" sldId="256"/>
            <ac:grpSpMk id="23" creationId="{B2093AEC-120D-BE1D-E5A4-432C550A322E}"/>
          </ac:grpSpMkLst>
        </pc:grpChg>
        <pc:grpChg chg="add del mod">
          <ac:chgData name="Crissy Shannon" userId="4f2ac87fd8e82d3c" providerId="LiveId" clId="{D6C2B7FC-8ED3-4CB5-8CD6-C61C69B7ED6F}" dt="2026-01-25T19:39:11.606" v="605" actId="165"/>
          <ac:grpSpMkLst>
            <pc:docMk/>
            <pc:sldMk cId="1999548453" sldId="256"/>
            <ac:grpSpMk id="32" creationId="{378AEC8A-AA53-E62D-A775-E6F3CADB4449}"/>
          </ac:grpSpMkLst>
        </pc:grpChg>
        <pc:grpChg chg="add del mod">
          <ac:chgData name="Crissy Shannon" userId="4f2ac87fd8e82d3c" providerId="LiveId" clId="{D6C2B7FC-8ED3-4CB5-8CD6-C61C69B7ED6F}" dt="2026-01-25T19:59:34.633" v="693" actId="165"/>
          <ac:grpSpMkLst>
            <pc:docMk/>
            <pc:sldMk cId="1999548453" sldId="256"/>
            <ac:grpSpMk id="55" creationId="{2F2E72F9-A05D-6172-742E-E49473F5AC19}"/>
          </ac:grpSpMkLst>
        </pc:grpChg>
        <pc:grpChg chg="add mod">
          <ac:chgData name="Crissy Shannon" userId="4f2ac87fd8e82d3c" providerId="LiveId" clId="{D6C2B7FC-8ED3-4CB5-8CD6-C61C69B7ED6F}" dt="2026-01-25T19:40:32.106" v="623" actId="164"/>
          <ac:grpSpMkLst>
            <pc:docMk/>
            <pc:sldMk cId="1999548453" sldId="256"/>
            <ac:grpSpMk id="61" creationId="{4EA90CBE-CF12-3003-028B-A92BA996ED85}"/>
          </ac:grpSpMkLst>
        </pc:grpChg>
        <pc:grpChg chg="add del mod">
          <ac:chgData name="Crissy Shannon" userId="4f2ac87fd8e82d3c" providerId="LiveId" clId="{D6C2B7FC-8ED3-4CB5-8CD6-C61C69B7ED6F}" dt="2026-01-25T19:42:08.173" v="631" actId="165"/>
          <ac:grpSpMkLst>
            <pc:docMk/>
            <pc:sldMk cId="1999548453" sldId="256"/>
            <ac:grpSpMk id="64" creationId="{76D4D83E-CD74-77A8-791B-8CE49AFECBA9}"/>
          </ac:grpSpMkLst>
        </pc:grpChg>
        <pc:grpChg chg="add del mod">
          <ac:chgData name="Crissy Shannon" userId="4f2ac87fd8e82d3c" providerId="LiveId" clId="{D6C2B7FC-8ED3-4CB5-8CD6-C61C69B7ED6F}" dt="2026-01-25T20:01:23.451" v="752" actId="165"/>
          <ac:grpSpMkLst>
            <pc:docMk/>
            <pc:sldMk cId="1999548453" sldId="256"/>
            <ac:grpSpMk id="74" creationId="{4CB83A77-43C2-30BC-81A1-5EE739139E11}"/>
          </ac:grpSpMkLst>
        </pc:grpChg>
        <pc:grpChg chg="add del mod">
          <ac:chgData name="Crissy Shannon" userId="4f2ac87fd8e82d3c" providerId="LiveId" clId="{D6C2B7FC-8ED3-4CB5-8CD6-C61C69B7ED6F}" dt="2026-01-25T21:25:32.226" v="1030" actId="165"/>
          <ac:grpSpMkLst>
            <pc:docMk/>
            <pc:sldMk cId="1999548453" sldId="256"/>
            <ac:grpSpMk id="88" creationId="{8815C801-8D42-0D1E-6C5C-DA07A65C4648}"/>
          </ac:grpSpMkLst>
        </pc:grpChg>
        <pc:grpChg chg="add mod">
          <ac:chgData name="Crissy Shannon" userId="4f2ac87fd8e82d3c" providerId="LiveId" clId="{D6C2B7FC-8ED3-4CB5-8CD6-C61C69B7ED6F}" dt="2026-01-25T21:24:18.224" v="1020" actId="12788"/>
          <ac:grpSpMkLst>
            <pc:docMk/>
            <pc:sldMk cId="1999548453" sldId="256"/>
            <ac:grpSpMk id="89" creationId="{BF326A77-0693-74DD-4032-EAB6CFF91935}"/>
          </ac:grpSpMkLst>
        </pc:grpChg>
        <pc:grpChg chg="add mod">
          <ac:chgData name="Crissy Shannon" userId="4f2ac87fd8e82d3c" providerId="LiveId" clId="{D6C2B7FC-8ED3-4CB5-8CD6-C61C69B7ED6F}" dt="2026-01-25T21:24:10.850" v="1019"/>
          <ac:grpSpMkLst>
            <pc:docMk/>
            <pc:sldMk cId="1999548453" sldId="256"/>
            <ac:grpSpMk id="91" creationId="{326E98B2-786B-0762-487C-237F15157730}"/>
          </ac:grpSpMkLst>
        </pc:grpChg>
        <pc:grpChg chg="add mod">
          <ac:chgData name="Crissy Shannon" userId="4f2ac87fd8e82d3c" providerId="LiveId" clId="{D6C2B7FC-8ED3-4CB5-8CD6-C61C69B7ED6F}" dt="2026-01-25T21:27:51.972" v="1044" actId="164"/>
          <ac:grpSpMkLst>
            <pc:docMk/>
            <pc:sldMk cId="1999548453" sldId="256"/>
            <ac:grpSpMk id="96" creationId="{2833EC14-04E2-3BB2-2565-9A88B8D685EC}"/>
          </ac:grpSpMkLst>
        </pc:grpChg>
        <pc:grpChg chg="add mod">
          <ac:chgData name="Crissy Shannon" userId="4f2ac87fd8e82d3c" providerId="LiveId" clId="{D6C2B7FC-8ED3-4CB5-8CD6-C61C69B7ED6F}" dt="2026-01-25T21:33:01.579" v="1077" actId="1076"/>
          <ac:grpSpMkLst>
            <pc:docMk/>
            <pc:sldMk cId="1999548453" sldId="256"/>
            <ac:grpSpMk id="97" creationId="{5E90447C-B61C-4D08-24A7-7D080E8E97C3}"/>
          </ac:grpSpMkLst>
        </pc:grpChg>
        <pc:cxnChg chg="add del">
          <ac:chgData name="Crissy Shannon" userId="4f2ac87fd8e82d3c" providerId="LiveId" clId="{D6C2B7FC-8ED3-4CB5-8CD6-C61C69B7ED6F}" dt="2026-01-25T18:53:45.612" v="500" actId="26606"/>
          <ac:cxnSpMkLst>
            <pc:docMk/>
            <pc:sldMk cId="1999548453" sldId="256"/>
            <ac:cxnSpMk id="83" creationId="{8C730EAB-A532-4295-A302-FB4B90DB9F5E}"/>
          </ac:cxnSpMkLst>
        </pc:cxnChg>
      </pc:sldChg>
      <pc:sldChg chg="addSp delSp modSp mod setBg delDesignElem chgLayout">
        <pc:chgData name="Crissy Shannon" userId="4f2ac87fd8e82d3c" providerId="LiveId" clId="{D6C2B7FC-8ED3-4CB5-8CD6-C61C69B7ED6F}" dt="2026-01-25T21:44:47.496" v="1146" actId="207"/>
        <pc:sldMkLst>
          <pc:docMk/>
          <pc:sldMk cId="2554356823" sldId="258"/>
        </pc:sldMkLst>
        <pc:spChg chg="mod">
          <ac:chgData name="Crissy Shannon" userId="4f2ac87fd8e82d3c" providerId="LiveId" clId="{D6C2B7FC-8ED3-4CB5-8CD6-C61C69B7ED6F}" dt="2026-01-25T17:36:59.868" v="14"/>
          <ac:spMkLst>
            <pc:docMk/>
            <pc:sldMk cId="2554356823" sldId="258"/>
            <ac:spMk id="11" creationId="{A206AEF3-2227-BEA9-A03C-37C52B6237D5}"/>
          </ac:spMkLst>
        </pc:spChg>
        <pc:spChg chg="mod">
          <ac:chgData name="Crissy Shannon" userId="4f2ac87fd8e82d3c" providerId="LiveId" clId="{D6C2B7FC-8ED3-4CB5-8CD6-C61C69B7ED6F}" dt="2026-01-25T17:36:59.868" v="14"/>
          <ac:spMkLst>
            <pc:docMk/>
            <pc:sldMk cId="2554356823" sldId="258"/>
            <ac:spMk id="12" creationId="{E849D73F-030C-5DB6-A1AC-37AA2680A18D}"/>
          </ac:spMkLst>
        </pc:spChg>
        <pc:spChg chg="mod">
          <ac:chgData name="Crissy Shannon" userId="4f2ac87fd8e82d3c" providerId="LiveId" clId="{D6C2B7FC-8ED3-4CB5-8CD6-C61C69B7ED6F}" dt="2026-01-25T17:36:59.868" v="14"/>
          <ac:spMkLst>
            <pc:docMk/>
            <pc:sldMk cId="2554356823" sldId="258"/>
            <ac:spMk id="13" creationId="{67C5BBD7-E717-B158-5E83-018FBC4175F7}"/>
          </ac:spMkLst>
        </pc:spChg>
        <pc:spChg chg="mod">
          <ac:chgData name="Crissy Shannon" userId="4f2ac87fd8e82d3c" providerId="LiveId" clId="{D6C2B7FC-8ED3-4CB5-8CD6-C61C69B7ED6F}" dt="2026-01-25T17:36:59.868" v="14"/>
          <ac:spMkLst>
            <pc:docMk/>
            <pc:sldMk cId="2554356823" sldId="258"/>
            <ac:spMk id="14" creationId="{D91CF0EE-57A1-F8C4-EB77-BB0E56944493}"/>
          </ac:spMkLst>
        </pc:spChg>
        <pc:spChg chg="mod">
          <ac:chgData name="Crissy Shannon" userId="4f2ac87fd8e82d3c" providerId="LiveId" clId="{D6C2B7FC-8ED3-4CB5-8CD6-C61C69B7ED6F}" dt="2026-01-25T17:36:59.868" v="14"/>
          <ac:spMkLst>
            <pc:docMk/>
            <pc:sldMk cId="2554356823" sldId="258"/>
            <ac:spMk id="15" creationId="{A804EA48-F5F6-5D5B-068C-D7A2C204786C}"/>
          </ac:spMkLst>
        </pc:spChg>
        <pc:spChg chg="mod">
          <ac:chgData name="Crissy Shannon" userId="4f2ac87fd8e82d3c" providerId="LiveId" clId="{D6C2B7FC-8ED3-4CB5-8CD6-C61C69B7ED6F}" dt="2026-01-25T17:39:19.452" v="33"/>
          <ac:spMkLst>
            <pc:docMk/>
            <pc:sldMk cId="2554356823" sldId="258"/>
            <ac:spMk id="17" creationId="{6DCF59F4-D6D4-36B2-1942-F8241A8AB123}"/>
          </ac:spMkLst>
        </pc:spChg>
        <pc:spChg chg="mod">
          <ac:chgData name="Crissy Shannon" userId="4f2ac87fd8e82d3c" providerId="LiveId" clId="{D6C2B7FC-8ED3-4CB5-8CD6-C61C69B7ED6F}" dt="2026-01-25T17:39:19.452" v="33"/>
          <ac:spMkLst>
            <pc:docMk/>
            <pc:sldMk cId="2554356823" sldId="258"/>
            <ac:spMk id="18" creationId="{482CC5F5-00D4-A374-28AC-BA8C88C5B3E2}"/>
          </ac:spMkLst>
        </pc:spChg>
        <pc:spChg chg="mod">
          <ac:chgData name="Crissy Shannon" userId="4f2ac87fd8e82d3c" providerId="LiveId" clId="{D6C2B7FC-8ED3-4CB5-8CD6-C61C69B7ED6F}" dt="2026-01-25T17:39:19.452" v="33"/>
          <ac:spMkLst>
            <pc:docMk/>
            <pc:sldMk cId="2554356823" sldId="258"/>
            <ac:spMk id="19" creationId="{26040B3D-0185-EC44-58F3-4C1F1A615267}"/>
          </ac:spMkLst>
        </pc:spChg>
        <pc:spChg chg="mod">
          <ac:chgData name="Crissy Shannon" userId="4f2ac87fd8e82d3c" providerId="LiveId" clId="{D6C2B7FC-8ED3-4CB5-8CD6-C61C69B7ED6F}" dt="2026-01-25T17:39:19.452" v="33"/>
          <ac:spMkLst>
            <pc:docMk/>
            <pc:sldMk cId="2554356823" sldId="258"/>
            <ac:spMk id="20" creationId="{86739A18-EB58-617E-258D-B14386298256}"/>
          </ac:spMkLst>
        </pc:spChg>
        <pc:spChg chg="mod">
          <ac:chgData name="Crissy Shannon" userId="4f2ac87fd8e82d3c" providerId="LiveId" clId="{D6C2B7FC-8ED3-4CB5-8CD6-C61C69B7ED6F}" dt="2026-01-25T17:39:19.452" v="33"/>
          <ac:spMkLst>
            <pc:docMk/>
            <pc:sldMk cId="2554356823" sldId="258"/>
            <ac:spMk id="21" creationId="{E50B45FB-0B61-7AF1-CD0F-2118C9B92F32}"/>
          </ac:spMkLst>
        </pc:spChg>
        <pc:spChg chg="add del mod">
          <ac:chgData name="Crissy Shannon" userId="4f2ac87fd8e82d3c" providerId="LiveId" clId="{D6C2B7FC-8ED3-4CB5-8CD6-C61C69B7ED6F}" dt="2026-01-25T18:09:34.233" v="193" actId="478"/>
          <ac:spMkLst>
            <pc:docMk/>
            <pc:sldMk cId="2554356823" sldId="258"/>
            <ac:spMk id="22" creationId="{33EF0824-995D-C39E-A63C-132ED03C372E}"/>
          </ac:spMkLst>
        </pc:spChg>
        <pc:spChg chg="add del mod">
          <ac:chgData name="Crissy Shannon" userId="4f2ac87fd8e82d3c" providerId="LiveId" clId="{D6C2B7FC-8ED3-4CB5-8CD6-C61C69B7ED6F}" dt="2026-01-25T18:07:55.437" v="164" actId="47"/>
          <ac:spMkLst>
            <pc:docMk/>
            <pc:sldMk cId="2554356823" sldId="258"/>
            <ac:spMk id="23" creationId="{F336EADF-7FE7-E8DE-1659-24E76865D556}"/>
          </ac:spMkLst>
        </pc:spChg>
        <pc:spChg chg="add del mod">
          <ac:chgData name="Crissy Shannon" userId="4f2ac87fd8e82d3c" providerId="LiveId" clId="{D6C2B7FC-8ED3-4CB5-8CD6-C61C69B7ED6F}" dt="2026-01-25T21:14:54.293" v="947" actId="478"/>
          <ac:spMkLst>
            <pc:docMk/>
            <pc:sldMk cId="2554356823" sldId="258"/>
            <ac:spMk id="24" creationId="{7D2964EB-4D1F-5235-DE7E-247F58C08C00}"/>
          </ac:spMkLst>
        </pc:spChg>
        <pc:spChg chg="mod">
          <ac:chgData name="Crissy Shannon" userId="4f2ac87fd8e82d3c" providerId="LiveId" clId="{D6C2B7FC-8ED3-4CB5-8CD6-C61C69B7ED6F}" dt="2026-01-25T18:09:59.990" v="197" actId="207"/>
          <ac:spMkLst>
            <pc:docMk/>
            <pc:sldMk cId="2554356823" sldId="258"/>
            <ac:spMk id="26" creationId="{10FC51F8-DFA2-1F1F-63E8-CD0C7861F592}"/>
          </ac:spMkLst>
        </pc:spChg>
        <pc:spChg chg="mod">
          <ac:chgData name="Crissy Shannon" userId="4f2ac87fd8e82d3c" providerId="LiveId" clId="{D6C2B7FC-8ED3-4CB5-8CD6-C61C69B7ED6F}" dt="2026-01-25T18:09:59.990" v="197" actId="207"/>
          <ac:spMkLst>
            <pc:docMk/>
            <pc:sldMk cId="2554356823" sldId="258"/>
            <ac:spMk id="27" creationId="{07D2833B-0CD4-C464-E997-124B6B3BD042}"/>
          </ac:spMkLst>
        </pc:spChg>
        <pc:spChg chg="mod">
          <ac:chgData name="Crissy Shannon" userId="4f2ac87fd8e82d3c" providerId="LiveId" clId="{D6C2B7FC-8ED3-4CB5-8CD6-C61C69B7ED6F}" dt="2026-01-25T18:09:59.990" v="197" actId="207"/>
          <ac:spMkLst>
            <pc:docMk/>
            <pc:sldMk cId="2554356823" sldId="258"/>
            <ac:spMk id="28" creationId="{81F3A5D1-502C-FFE4-B2EB-A41ECF0EB83C}"/>
          </ac:spMkLst>
        </pc:spChg>
        <pc:spChg chg="add del">
          <ac:chgData name="Crissy Shannon" userId="4f2ac87fd8e82d3c" providerId="LiveId" clId="{D6C2B7FC-8ED3-4CB5-8CD6-C61C69B7ED6F}" dt="2026-01-25T18:15:07.197" v="250" actId="26606"/>
          <ac:spMkLst>
            <pc:docMk/>
            <pc:sldMk cId="2554356823" sldId="258"/>
            <ac:spMk id="29" creationId="{1B15ED52-F352-441B-82BF-E0EA34836D08}"/>
          </ac:spMkLst>
        </pc:spChg>
        <pc:spChg chg="mod">
          <ac:chgData name="Crissy Shannon" userId="4f2ac87fd8e82d3c" providerId="LiveId" clId="{D6C2B7FC-8ED3-4CB5-8CD6-C61C69B7ED6F}" dt="2026-01-25T18:09:59.990" v="197" actId="207"/>
          <ac:spMkLst>
            <pc:docMk/>
            <pc:sldMk cId="2554356823" sldId="258"/>
            <ac:spMk id="30" creationId="{BC97C902-E66D-D7AB-0628-C367AA686267}"/>
          </ac:spMkLst>
        </pc:spChg>
        <pc:spChg chg="add del">
          <ac:chgData name="Crissy Shannon" userId="4f2ac87fd8e82d3c" providerId="LiveId" clId="{D6C2B7FC-8ED3-4CB5-8CD6-C61C69B7ED6F}" dt="2026-01-25T18:15:07.197" v="250" actId="26606"/>
          <ac:spMkLst>
            <pc:docMk/>
            <pc:sldMk cId="2554356823" sldId="258"/>
            <ac:spMk id="31" creationId="{3B2E3793-BFE6-45A2-9B7B-E18844431C99}"/>
          </ac:spMkLst>
        </pc:spChg>
        <pc:spChg chg="mod">
          <ac:chgData name="Crissy Shannon" userId="4f2ac87fd8e82d3c" providerId="LiveId" clId="{D6C2B7FC-8ED3-4CB5-8CD6-C61C69B7ED6F}" dt="2026-01-25T18:09:59.990" v="197" actId="207"/>
          <ac:spMkLst>
            <pc:docMk/>
            <pc:sldMk cId="2554356823" sldId="258"/>
            <ac:spMk id="32" creationId="{72BC7FA9-5FB6-5542-98F6-F306A60E6081}"/>
          </ac:spMkLst>
        </pc:spChg>
        <pc:spChg chg="add">
          <ac:chgData name="Crissy Shannon" userId="4f2ac87fd8e82d3c" providerId="LiveId" clId="{D6C2B7FC-8ED3-4CB5-8CD6-C61C69B7ED6F}" dt="2026-01-25T18:09:47.499" v="195" actId="26606"/>
          <ac:spMkLst>
            <pc:docMk/>
            <pc:sldMk cId="2554356823" sldId="258"/>
            <ac:spMk id="33" creationId="{BC4C4868-CB8F-4AF9-9CDB-8108F2C19B67}"/>
          </ac:spMkLst>
        </pc:spChg>
        <pc:spChg chg="add">
          <ac:chgData name="Crissy Shannon" userId="4f2ac87fd8e82d3c" providerId="LiveId" clId="{D6C2B7FC-8ED3-4CB5-8CD6-C61C69B7ED6F}" dt="2026-01-25T18:09:47.499" v="195" actId="26606"/>
          <ac:spMkLst>
            <pc:docMk/>
            <pc:sldMk cId="2554356823" sldId="258"/>
            <ac:spMk id="35" creationId="{375E0459-6403-40CD-989D-56A4407CA12E}"/>
          </ac:spMkLst>
        </pc:spChg>
        <pc:spChg chg="mod">
          <ac:chgData name="Crissy Shannon" userId="4f2ac87fd8e82d3c" providerId="LiveId" clId="{D6C2B7FC-8ED3-4CB5-8CD6-C61C69B7ED6F}" dt="2026-01-25T18:25:15.646" v="281"/>
          <ac:spMkLst>
            <pc:docMk/>
            <pc:sldMk cId="2554356823" sldId="258"/>
            <ac:spMk id="36" creationId="{44A28305-CF89-8405-CE1D-7A5BB1F70669}"/>
          </ac:spMkLst>
        </pc:spChg>
        <pc:spChg chg="add del">
          <ac:chgData name="Crissy Shannon" userId="4f2ac87fd8e82d3c" providerId="LiveId" clId="{D6C2B7FC-8ED3-4CB5-8CD6-C61C69B7ED6F}" dt="2026-01-25T18:15:07.197" v="250" actId="26606"/>
          <ac:spMkLst>
            <pc:docMk/>
            <pc:sldMk cId="2554356823" sldId="258"/>
            <ac:spMk id="37" creationId="{53E5B1A8-3AC9-4BD1-9BBC-78CA94F2D1BA}"/>
          </ac:spMkLst>
        </pc:spChg>
        <pc:spChg chg="mod">
          <ac:chgData name="Crissy Shannon" userId="4f2ac87fd8e82d3c" providerId="LiveId" clId="{D6C2B7FC-8ED3-4CB5-8CD6-C61C69B7ED6F}" dt="2026-01-25T18:25:15.646" v="281"/>
          <ac:spMkLst>
            <pc:docMk/>
            <pc:sldMk cId="2554356823" sldId="258"/>
            <ac:spMk id="38" creationId="{DA365175-E186-ED56-DEF3-4DDE72882DC4}"/>
          </ac:spMkLst>
        </pc:spChg>
        <pc:spChg chg="mod">
          <ac:chgData name="Crissy Shannon" userId="4f2ac87fd8e82d3c" providerId="LiveId" clId="{D6C2B7FC-8ED3-4CB5-8CD6-C61C69B7ED6F}" dt="2026-01-25T18:25:15.646" v="281"/>
          <ac:spMkLst>
            <pc:docMk/>
            <pc:sldMk cId="2554356823" sldId="258"/>
            <ac:spMk id="39" creationId="{2F60750B-394F-DA5B-2727-0E9676A65CDF}"/>
          </ac:spMkLst>
        </pc:spChg>
        <pc:spChg chg="mod">
          <ac:chgData name="Crissy Shannon" userId="4f2ac87fd8e82d3c" providerId="LiveId" clId="{D6C2B7FC-8ED3-4CB5-8CD6-C61C69B7ED6F}" dt="2026-01-25T18:25:15.646" v="281"/>
          <ac:spMkLst>
            <pc:docMk/>
            <pc:sldMk cId="2554356823" sldId="258"/>
            <ac:spMk id="40" creationId="{E906FEC5-F133-D874-906A-0110B95BCA6D}"/>
          </ac:spMkLst>
        </pc:spChg>
        <pc:spChg chg="mod">
          <ac:chgData name="Crissy Shannon" userId="4f2ac87fd8e82d3c" providerId="LiveId" clId="{D6C2B7FC-8ED3-4CB5-8CD6-C61C69B7ED6F}" dt="2026-01-25T18:25:15.646" v="281"/>
          <ac:spMkLst>
            <pc:docMk/>
            <pc:sldMk cId="2554356823" sldId="258"/>
            <ac:spMk id="41" creationId="{E9A8D93E-8562-C3AA-D98B-769C050B74CB}"/>
          </ac:spMkLst>
        </pc:spChg>
        <pc:spChg chg="add del">
          <ac:chgData name="Crissy Shannon" userId="4f2ac87fd8e82d3c" providerId="LiveId" clId="{D6C2B7FC-8ED3-4CB5-8CD6-C61C69B7ED6F}" dt="2026-01-25T18:21:53.601" v="259" actId="26606"/>
          <ac:spMkLst>
            <pc:docMk/>
            <pc:sldMk cId="2554356823" sldId="258"/>
            <ac:spMk id="42" creationId="{09588DA8-065E-4F6F-8EFD-43104AB2E0CF}"/>
          </ac:spMkLst>
        </pc:spChg>
        <pc:spChg chg="add del">
          <ac:chgData name="Crissy Shannon" userId="4f2ac87fd8e82d3c" providerId="LiveId" clId="{D6C2B7FC-8ED3-4CB5-8CD6-C61C69B7ED6F}" dt="2026-01-25T18:21:53.601" v="259" actId="26606"/>
          <ac:spMkLst>
            <pc:docMk/>
            <pc:sldMk cId="2554356823" sldId="258"/>
            <ac:spMk id="44" creationId="{C4285719-470E-454C-AF62-8323075F1F5B}"/>
          </ac:spMkLst>
        </pc:spChg>
        <pc:spChg chg="add del mod">
          <ac:chgData name="Crissy Shannon" userId="4f2ac87fd8e82d3c" providerId="LiveId" clId="{D6C2B7FC-8ED3-4CB5-8CD6-C61C69B7ED6F}" dt="2026-01-25T21:22:11.795" v="1007" actId="20577"/>
          <ac:spMkLst>
            <pc:docMk/>
            <pc:sldMk cId="2554356823" sldId="258"/>
            <ac:spMk id="45" creationId="{4AF702E8-1AFC-A65B-E1E1-8C35CDFF4A95}"/>
          </ac:spMkLst>
        </pc:spChg>
        <pc:spChg chg="add del">
          <ac:chgData name="Crissy Shannon" userId="4f2ac87fd8e82d3c" providerId="LiveId" clId="{D6C2B7FC-8ED3-4CB5-8CD6-C61C69B7ED6F}" dt="2026-01-25T18:21:53.601" v="259" actId="26606"/>
          <ac:spMkLst>
            <pc:docMk/>
            <pc:sldMk cId="2554356823" sldId="258"/>
            <ac:spMk id="46" creationId="{CD9FE4EF-C4D8-49A0-B2FF-81D8DB7D8A24}"/>
          </ac:spMkLst>
        </pc:spChg>
        <pc:spChg chg="add del">
          <ac:chgData name="Crissy Shannon" userId="4f2ac87fd8e82d3c" providerId="LiveId" clId="{D6C2B7FC-8ED3-4CB5-8CD6-C61C69B7ED6F}" dt="2026-01-25T18:21:53.601" v="259" actId="26606"/>
          <ac:spMkLst>
            <pc:docMk/>
            <pc:sldMk cId="2554356823" sldId="258"/>
            <ac:spMk id="48" creationId="{4300840D-0A0B-4512-BACA-B439D5B9C57C}"/>
          </ac:spMkLst>
        </pc:spChg>
        <pc:spChg chg="mod">
          <ac:chgData name="Crissy Shannon" userId="4f2ac87fd8e82d3c" providerId="LiveId" clId="{D6C2B7FC-8ED3-4CB5-8CD6-C61C69B7ED6F}" dt="2026-01-25T19:27:09.567" v="584" actId="207"/>
          <ac:spMkLst>
            <pc:docMk/>
            <pc:sldMk cId="2554356823" sldId="258"/>
            <ac:spMk id="49" creationId="{C37B7FA1-119B-2433-A2B0-E8E121072F30}"/>
          </ac:spMkLst>
        </pc:spChg>
        <pc:spChg chg="add del">
          <ac:chgData name="Crissy Shannon" userId="4f2ac87fd8e82d3c" providerId="LiveId" clId="{D6C2B7FC-8ED3-4CB5-8CD6-C61C69B7ED6F}" dt="2026-01-25T18:21:53.601" v="259" actId="26606"/>
          <ac:spMkLst>
            <pc:docMk/>
            <pc:sldMk cId="2554356823" sldId="258"/>
            <ac:spMk id="50" creationId="{D2B78728-A580-49A7-84F9-6EF6F583ADE0}"/>
          </ac:spMkLst>
        </pc:spChg>
        <pc:spChg chg="mod">
          <ac:chgData name="Crissy Shannon" userId="4f2ac87fd8e82d3c" providerId="LiveId" clId="{D6C2B7FC-8ED3-4CB5-8CD6-C61C69B7ED6F}" dt="2026-01-25T19:27:09.567" v="584" actId="207"/>
          <ac:spMkLst>
            <pc:docMk/>
            <pc:sldMk cId="2554356823" sldId="258"/>
            <ac:spMk id="51" creationId="{F9741F18-564A-8910-6BB5-F2741E76D3A7}"/>
          </ac:spMkLst>
        </pc:spChg>
        <pc:spChg chg="add del">
          <ac:chgData name="Crissy Shannon" userId="4f2ac87fd8e82d3c" providerId="LiveId" clId="{D6C2B7FC-8ED3-4CB5-8CD6-C61C69B7ED6F}" dt="2026-01-25T18:21:53.601" v="259" actId="26606"/>
          <ac:spMkLst>
            <pc:docMk/>
            <pc:sldMk cId="2554356823" sldId="258"/>
            <ac:spMk id="52" creationId="{38FAA1A1-D861-433F-88FA-1E9D6FD31D11}"/>
          </ac:spMkLst>
        </pc:spChg>
        <pc:spChg chg="mod">
          <ac:chgData name="Crissy Shannon" userId="4f2ac87fd8e82d3c" providerId="LiveId" clId="{D6C2B7FC-8ED3-4CB5-8CD6-C61C69B7ED6F}" dt="2026-01-25T19:27:09.567" v="584" actId="207"/>
          <ac:spMkLst>
            <pc:docMk/>
            <pc:sldMk cId="2554356823" sldId="258"/>
            <ac:spMk id="53" creationId="{05AB6488-FFBF-BC35-E3B6-572ED1369AEC}"/>
          </ac:spMkLst>
        </pc:spChg>
        <pc:spChg chg="add del">
          <ac:chgData name="Crissy Shannon" userId="4f2ac87fd8e82d3c" providerId="LiveId" clId="{D6C2B7FC-8ED3-4CB5-8CD6-C61C69B7ED6F}" dt="2026-01-25T18:21:53.601" v="259" actId="26606"/>
          <ac:spMkLst>
            <pc:docMk/>
            <pc:sldMk cId="2554356823" sldId="258"/>
            <ac:spMk id="54" creationId="{8D71EDA1-87BF-4D5D-AB79-F346FD19278A}"/>
          </ac:spMkLst>
        </pc:spChg>
        <pc:spChg chg="mod">
          <ac:chgData name="Crissy Shannon" userId="4f2ac87fd8e82d3c" providerId="LiveId" clId="{D6C2B7FC-8ED3-4CB5-8CD6-C61C69B7ED6F}" dt="2026-01-25T19:27:09.567" v="584" actId="207"/>
          <ac:spMkLst>
            <pc:docMk/>
            <pc:sldMk cId="2554356823" sldId="258"/>
            <ac:spMk id="55" creationId="{820411B5-F681-66C1-C158-F038C7FADFDD}"/>
          </ac:spMkLst>
        </pc:spChg>
        <pc:spChg chg="mod">
          <ac:chgData name="Crissy Shannon" userId="4f2ac87fd8e82d3c" providerId="LiveId" clId="{D6C2B7FC-8ED3-4CB5-8CD6-C61C69B7ED6F}" dt="2026-01-25T19:29:33.146" v="594"/>
          <ac:spMkLst>
            <pc:docMk/>
            <pc:sldMk cId="2554356823" sldId="258"/>
            <ac:spMk id="57" creationId="{E842DE8E-668E-9667-F97B-FD118DEE08CD}"/>
          </ac:spMkLst>
        </pc:spChg>
        <pc:spChg chg="mod">
          <ac:chgData name="Crissy Shannon" userId="4f2ac87fd8e82d3c" providerId="LiveId" clId="{D6C2B7FC-8ED3-4CB5-8CD6-C61C69B7ED6F}" dt="2026-01-25T19:29:33.146" v="594"/>
          <ac:spMkLst>
            <pc:docMk/>
            <pc:sldMk cId="2554356823" sldId="258"/>
            <ac:spMk id="58" creationId="{9F6C63FA-D14E-60A9-EBC7-42DB862E77B8}"/>
          </ac:spMkLst>
        </pc:spChg>
        <pc:spChg chg="add del">
          <ac:chgData name="Crissy Shannon" userId="4f2ac87fd8e82d3c" providerId="LiveId" clId="{D6C2B7FC-8ED3-4CB5-8CD6-C61C69B7ED6F}" dt="2026-01-25T18:21:53.593" v="258" actId="26606"/>
          <ac:spMkLst>
            <pc:docMk/>
            <pc:sldMk cId="2554356823" sldId="258"/>
            <ac:spMk id="59" creationId="{70DFC902-7D23-471A-B557-B6B6917D7A0D}"/>
          </ac:spMkLst>
        </pc:spChg>
        <pc:spChg chg="mod">
          <ac:chgData name="Crissy Shannon" userId="4f2ac87fd8e82d3c" providerId="LiveId" clId="{D6C2B7FC-8ED3-4CB5-8CD6-C61C69B7ED6F}" dt="2026-01-25T19:29:33.146" v="594"/>
          <ac:spMkLst>
            <pc:docMk/>
            <pc:sldMk cId="2554356823" sldId="258"/>
            <ac:spMk id="60" creationId="{1BCB77D6-CDDB-8904-0B1D-F8FFD1422772}"/>
          </ac:spMkLst>
        </pc:spChg>
        <pc:spChg chg="add del">
          <ac:chgData name="Crissy Shannon" userId="4f2ac87fd8e82d3c" providerId="LiveId" clId="{D6C2B7FC-8ED3-4CB5-8CD6-C61C69B7ED6F}" dt="2026-01-25T18:21:53.593" v="258" actId="26606"/>
          <ac:spMkLst>
            <pc:docMk/>
            <pc:sldMk cId="2554356823" sldId="258"/>
            <ac:spMk id="63" creationId="{450D3AD2-FA80-415F-A9CE-54D884561CD7}"/>
          </ac:spMkLst>
        </pc:spChg>
        <pc:spChg chg="mod">
          <ac:chgData name="Crissy Shannon" userId="4f2ac87fd8e82d3c" providerId="LiveId" clId="{D6C2B7FC-8ED3-4CB5-8CD6-C61C69B7ED6F}" dt="2026-01-25T20:23:24.908" v="849" actId="207"/>
          <ac:spMkLst>
            <pc:docMk/>
            <pc:sldMk cId="2554356823" sldId="258"/>
            <ac:spMk id="64" creationId="{FCC300BF-726B-905A-F8A9-65EBB529749C}"/>
          </ac:spMkLst>
        </pc:spChg>
        <pc:spChg chg="del">
          <ac:chgData name="Crissy Shannon" userId="4f2ac87fd8e82d3c" providerId="LiveId" clId="{D6C2B7FC-8ED3-4CB5-8CD6-C61C69B7ED6F}" dt="2026-01-25T18:22:54.978" v="260" actId="26606"/>
          <ac:spMkLst>
            <pc:docMk/>
            <pc:sldMk cId="2554356823" sldId="258"/>
            <ac:spMk id="65" creationId="{375E0459-6403-40CD-989D-56A4407CA12E}"/>
          </ac:spMkLst>
        </pc:spChg>
        <pc:spChg chg="add del">
          <ac:chgData name="Crissy Shannon" userId="4f2ac87fd8e82d3c" providerId="LiveId" clId="{D6C2B7FC-8ED3-4CB5-8CD6-C61C69B7ED6F}" dt="2026-01-25T18:22:54.978" v="260" actId="26606"/>
          <ac:spMkLst>
            <pc:docMk/>
            <pc:sldMk cId="2554356823" sldId="258"/>
            <ac:spMk id="66" creationId="{1B15ED52-F352-441B-82BF-E0EA34836D08}"/>
          </ac:spMkLst>
        </pc:spChg>
        <pc:spChg chg="del">
          <ac:chgData name="Crissy Shannon" userId="4f2ac87fd8e82d3c" providerId="LiveId" clId="{D6C2B7FC-8ED3-4CB5-8CD6-C61C69B7ED6F}" dt="2026-01-25T18:22:54.978" v="260" actId="26606"/>
          <ac:spMkLst>
            <pc:docMk/>
            <pc:sldMk cId="2554356823" sldId="258"/>
            <ac:spMk id="67" creationId="{53E5B1A8-3AC9-4BD1-9BBC-78CA94F2D1BA}"/>
          </ac:spMkLst>
        </pc:spChg>
        <pc:spChg chg="add del">
          <ac:chgData name="Crissy Shannon" userId="4f2ac87fd8e82d3c" providerId="LiveId" clId="{D6C2B7FC-8ED3-4CB5-8CD6-C61C69B7ED6F}" dt="2026-01-25T18:22:54.978" v="260" actId="26606"/>
          <ac:spMkLst>
            <pc:docMk/>
            <pc:sldMk cId="2554356823" sldId="258"/>
            <ac:spMk id="68" creationId="{3B2E3793-BFE6-45A2-9B7B-E18844431C99}"/>
          </ac:spMkLst>
        </pc:spChg>
        <pc:spChg chg="del">
          <ac:chgData name="Crissy Shannon" userId="4f2ac87fd8e82d3c" providerId="LiveId" clId="{D6C2B7FC-8ED3-4CB5-8CD6-C61C69B7ED6F}" dt="2026-01-25T18:22:54.978" v="260" actId="26606"/>
          <ac:spMkLst>
            <pc:docMk/>
            <pc:sldMk cId="2554356823" sldId="258"/>
            <ac:spMk id="69" creationId="{BC4C4868-CB8F-4AF9-9CDB-8108F2C19B67}"/>
          </ac:spMkLst>
        </pc:spChg>
        <pc:spChg chg="mod">
          <ac:chgData name="Crissy Shannon" userId="4f2ac87fd8e82d3c" providerId="LiveId" clId="{D6C2B7FC-8ED3-4CB5-8CD6-C61C69B7ED6F}" dt="2026-01-25T20:23:24.908" v="849" actId="207"/>
          <ac:spMkLst>
            <pc:docMk/>
            <pc:sldMk cId="2554356823" sldId="258"/>
            <ac:spMk id="70" creationId="{292A9ABF-6860-1994-8CA0-4B344AC0AD6C}"/>
          </ac:spMkLst>
        </pc:spChg>
        <pc:spChg chg="mod">
          <ac:chgData name="Crissy Shannon" userId="4f2ac87fd8e82d3c" providerId="LiveId" clId="{D6C2B7FC-8ED3-4CB5-8CD6-C61C69B7ED6F}" dt="2026-01-25T20:23:24.908" v="849" actId="207"/>
          <ac:spMkLst>
            <pc:docMk/>
            <pc:sldMk cId="2554356823" sldId="258"/>
            <ac:spMk id="71" creationId="{C77A7A66-09F6-8B0B-CF46-FF048D381842}"/>
          </ac:spMkLst>
        </pc:spChg>
        <pc:spChg chg="mod">
          <ac:chgData name="Crissy Shannon" userId="4f2ac87fd8e82d3c" providerId="LiveId" clId="{D6C2B7FC-8ED3-4CB5-8CD6-C61C69B7ED6F}" dt="2026-01-25T20:23:24.908" v="849" actId="207"/>
          <ac:spMkLst>
            <pc:docMk/>
            <pc:sldMk cId="2554356823" sldId="258"/>
            <ac:spMk id="72" creationId="{3F24E5B8-5739-35CB-29C8-2F467ADC7911}"/>
          </ac:spMkLst>
        </pc:spChg>
        <pc:spChg chg="add del mod">
          <ac:chgData name="Crissy Shannon" userId="4f2ac87fd8e82d3c" providerId="LiveId" clId="{D6C2B7FC-8ED3-4CB5-8CD6-C61C69B7ED6F}" dt="2026-01-25T21:35:21.783" v="1093" actId="478"/>
          <ac:spMkLst>
            <pc:docMk/>
            <pc:sldMk cId="2554356823" sldId="258"/>
            <ac:spMk id="73" creationId="{7221BBD6-40CC-38E1-5563-C43979E5F92A}"/>
          </ac:spMkLst>
        </pc:spChg>
        <pc:spChg chg="add del">
          <ac:chgData name="Crissy Shannon" userId="4f2ac87fd8e82d3c" providerId="LiveId" clId="{D6C2B7FC-8ED3-4CB5-8CD6-C61C69B7ED6F}" dt="2026-01-25T18:23:06.109" v="262" actId="26606"/>
          <ac:spMkLst>
            <pc:docMk/>
            <pc:sldMk cId="2554356823" sldId="258"/>
            <ac:spMk id="74" creationId="{979E27D9-03C7-44E2-9FF8-15D0C8506AF7}"/>
          </ac:spMkLst>
        </pc:spChg>
        <pc:spChg chg="add mod">
          <ac:chgData name="Crissy Shannon" userId="4f2ac87fd8e82d3c" providerId="LiveId" clId="{D6C2B7FC-8ED3-4CB5-8CD6-C61C69B7ED6F}" dt="2026-01-25T20:24:16.693" v="855"/>
          <ac:spMkLst>
            <pc:docMk/>
            <pc:sldMk cId="2554356823" sldId="258"/>
            <ac:spMk id="75" creationId="{F450215E-150B-9DBA-C9B4-AC37349C6F3A}"/>
          </ac:spMkLst>
        </pc:spChg>
        <pc:spChg chg="add del">
          <ac:chgData name="Crissy Shannon" userId="4f2ac87fd8e82d3c" providerId="LiveId" clId="{D6C2B7FC-8ED3-4CB5-8CD6-C61C69B7ED6F}" dt="2026-01-25T18:23:06.109" v="262" actId="26606"/>
          <ac:spMkLst>
            <pc:docMk/>
            <pc:sldMk cId="2554356823" sldId="258"/>
            <ac:spMk id="76" creationId="{EEBF1590-3B36-48EE-A89D-3B6F3CB256AB}"/>
          </ac:spMkLst>
        </pc:spChg>
        <pc:spChg chg="add mod">
          <ac:chgData name="Crissy Shannon" userId="4f2ac87fd8e82d3c" providerId="LiveId" clId="{D6C2B7FC-8ED3-4CB5-8CD6-C61C69B7ED6F}" dt="2026-01-25T21:22:54.764" v="1016" actId="20577"/>
          <ac:spMkLst>
            <pc:docMk/>
            <pc:sldMk cId="2554356823" sldId="258"/>
            <ac:spMk id="77" creationId="{5753A328-F746-9F82-E8AA-C228D7CF8453}"/>
          </ac:spMkLst>
        </pc:spChg>
        <pc:spChg chg="add del">
          <ac:chgData name="Crissy Shannon" userId="4f2ac87fd8e82d3c" providerId="LiveId" clId="{D6C2B7FC-8ED3-4CB5-8CD6-C61C69B7ED6F}" dt="2026-01-25T18:23:06.109" v="262" actId="26606"/>
          <ac:spMkLst>
            <pc:docMk/>
            <pc:sldMk cId="2554356823" sldId="258"/>
            <ac:spMk id="78" creationId="{AC8F6C8C-AB5A-4548-942D-E3FD40ACBC49}"/>
          </ac:spMkLst>
        </pc:spChg>
        <pc:spChg chg="add del mod ord">
          <ac:chgData name="Crissy Shannon" userId="4f2ac87fd8e82d3c" providerId="LiveId" clId="{D6C2B7FC-8ED3-4CB5-8CD6-C61C69B7ED6F}" dt="2026-01-25T21:14:16.937" v="941" actId="478"/>
          <ac:spMkLst>
            <pc:docMk/>
            <pc:sldMk cId="2554356823" sldId="258"/>
            <ac:spMk id="79" creationId="{92B0EE0D-BC64-33B3-FC9D-B5FE43F6E169}"/>
          </ac:spMkLst>
        </pc:spChg>
        <pc:spChg chg="add del mod ord">
          <ac:chgData name="Crissy Shannon" userId="4f2ac87fd8e82d3c" providerId="LiveId" clId="{D6C2B7FC-8ED3-4CB5-8CD6-C61C69B7ED6F}" dt="2026-01-25T21:14:19.332" v="942" actId="478"/>
          <ac:spMkLst>
            <pc:docMk/>
            <pc:sldMk cId="2554356823" sldId="258"/>
            <ac:spMk id="80" creationId="{CE7D3F89-B79D-19A6-A830-CA7D8479CF23}"/>
          </ac:spMkLst>
        </pc:spChg>
        <pc:spChg chg="mod">
          <ac:chgData name="Crissy Shannon" userId="4f2ac87fd8e82d3c" providerId="LiveId" clId="{D6C2B7FC-8ED3-4CB5-8CD6-C61C69B7ED6F}" dt="2026-01-25T21:14:24.142" v="943"/>
          <ac:spMkLst>
            <pc:docMk/>
            <pc:sldMk cId="2554356823" sldId="258"/>
            <ac:spMk id="82" creationId="{97B7AFEC-B206-E16A-8FC7-54AF8D2461EC}"/>
          </ac:spMkLst>
        </pc:spChg>
        <pc:spChg chg="add del">
          <ac:chgData name="Crissy Shannon" userId="4f2ac87fd8e82d3c" providerId="LiveId" clId="{D6C2B7FC-8ED3-4CB5-8CD6-C61C69B7ED6F}" dt="2026-01-25T21:14:16.581" v="940" actId="6264"/>
          <ac:spMkLst>
            <pc:docMk/>
            <pc:sldMk cId="2554356823" sldId="258"/>
            <ac:spMk id="83" creationId="{1B15ED52-F352-441B-82BF-E0EA34836D08}"/>
          </ac:spMkLst>
        </pc:spChg>
        <pc:spChg chg="mod">
          <ac:chgData name="Crissy Shannon" userId="4f2ac87fd8e82d3c" providerId="LiveId" clId="{D6C2B7FC-8ED3-4CB5-8CD6-C61C69B7ED6F}" dt="2026-01-25T21:14:24.142" v="943"/>
          <ac:spMkLst>
            <pc:docMk/>
            <pc:sldMk cId="2554356823" sldId="258"/>
            <ac:spMk id="84" creationId="{42A06393-0B11-88F4-3FD2-A32E232B6109}"/>
          </ac:spMkLst>
        </pc:spChg>
        <pc:spChg chg="add del">
          <ac:chgData name="Crissy Shannon" userId="4f2ac87fd8e82d3c" providerId="LiveId" clId="{D6C2B7FC-8ED3-4CB5-8CD6-C61C69B7ED6F}" dt="2026-01-25T21:14:16.581" v="940" actId="6264"/>
          <ac:spMkLst>
            <pc:docMk/>
            <pc:sldMk cId="2554356823" sldId="258"/>
            <ac:spMk id="85" creationId="{3B2E3793-BFE6-45A2-9B7B-E18844431C99}"/>
          </ac:spMkLst>
        </pc:spChg>
        <pc:spChg chg="mod">
          <ac:chgData name="Crissy Shannon" userId="4f2ac87fd8e82d3c" providerId="LiveId" clId="{D6C2B7FC-8ED3-4CB5-8CD6-C61C69B7ED6F}" dt="2026-01-25T21:14:24.142" v="943"/>
          <ac:spMkLst>
            <pc:docMk/>
            <pc:sldMk cId="2554356823" sldId="258"/>
            <ac:spMk id="86" creationId="{6F82C7E6-8C5A-FB4B-AE35-DF510297C679}"/>
          </ac:spMkLst>
        </pc:spChg>
        <pc:spChg chg="add del">
          <ac:chgData name="Crissy Shannon" userId="4f2ac87fd8e82d3c" providerId="LiveId" clId="{D6C2B7FC-8ED3-4CB5-8CD6-C61C69B7ED6F}" dt="2026-01-25T21:14:16.581" v="940" actId="6264"/>
          <ac:spMkLst>
            <pc:docMk/>
            <pc:sldMk cId="2554356823" sldId="258"/>
            <ac:spMk id="87" creationId="{BC4C4868-CB8F-4AF9-9CDB-8108F2C19B67}"/>
          </ac:spMkLst>
        </pc:spChg>
        <pc:spChg chg="mod">
          <ac:chgData name="Crissy Shannon" userId="4f2ac87fd8e82d3c" providerId="LiveId" clId="{D6C2B7FC-8ED3-4CB5-8CD6-C61C69B7ED6F}" dt="2026-01-25T21:14:24.142" v="943"/>
          <ac:spMkLst>
            <pc:docMk/>
            <pc:sldMk cId="2554356823" sldId="258"/>
            <ac:spMk id="88" creationId="{8901E002-853C-A676-27D5-382C441C4DB0}"/>
          </ac:spMkLst>
        </pc:spChg>
        <pc:spChg chg="add del">
          <ac:chgData name="Crissy Shannon" userId="4f2ac87fd8e82d3c" providerId="LiveId" clId="{D6C2B7FC-8ED3-4CB5-8CD6-C61C69B7ED6F}" dt="2026-01-25T21:14:16.581" v="940" actId="6264"/>
          <ac:spMkLst>
            <pc:docMk/>
            <pc:sldMk cId="2554356823" sldId="258"/>
            <ac:spMk id="89" creationId="{375E0459-6403-40CD-989D-56A4407CA12E}"/>
          </ac:spMkLst>
        </pc:spChg>
        <pc:spChg chg="add del">
          <ac:chgData name="Crissy Shannon" userId="4f2ac87fd8e82d3c" providerId="LiveId" clId="{D6C2B7FC-8ED3-4CB5-8CD6-C61C69B7ED6F}" dt="2026-01-25T21:14:16.581" v="940" actId="6264"/>
          <ac:spMkLst>
            <pc:docMk/>
            <pc:sldMk cId="2554356823" sldId="258"/>
            <ac:spMk id="91" creationId="{53E5B1A8-3AC9-4BD1-9BBC-78CA94F2D1BA}"/>
          </ac:spMkLst>
        </pc:spChg>
        <pc:spChg chg="mod">
          <ac:chgData name="Crissy Shannon" userId="4f2ac87fd8e82d3c" providerId="LiveId" clId="{D6C2B7FC-8ED3-4CB5-8CD6-C61C69B7ED6F}" dt="2026-01-25T21:23:55.885" v="1018"/>
          <ac:spMkLst>
            <pc:docMk/>
            <pc:sldMk cId="2554356823" sldId="258"/>
            <ac:spMk id="92" creationId="{7B1B620C-83BE-36E4-8B86-2DF35068B54A}"/>
          </ac:spMkLst>
        </pc:spChg>
        <pc:spChg chg="mod">
          <ac:chgData name="Crissy Shannon" userId="4f2ac87fd8e82d3c" providerId="LiveId" clId="{D6C2B7FC-8ED3-4CB5-8CD6-C61C69B7ED6F}" dt="2026-01-25T21:23:55.885" v="1018"/>
          <ac:spMkLst>
            <pc:docMk/>
            <pc:sldMk cId="2554356823" sldId="258"/>
            <ac:spMk id="94" creationId="{EB200556-2B8B-9490-9B1D-C2BEE540E445}"/>
          </ac:spMkLst>
        </pc:spChg>
        <pc:spChg chg="mod">
          <ac:chgData name="Crissy Shannon" userId="4f2ac87fd8e82d3c" providerId="LiveId" clId="{D6C2B7FC-8ED3-4CB5-8CD6-C61C69B7ED6F}" dt="2026-01-25T21:23:55.885" v="1018"/>
          <ac:spMkLst>
            <pc:docMk/>
            <pc:sldMk cId="2554356823" sldId="258"/>
            <ac:spMk id="95" creationId="{34EC05BA-1396-AA3E-583B-904B5C29FA1B}"/>
          </ac:spMkLst>
        </pc:spChg>
        <pc:spChg chg="mod">
          <ac:chgData name="Crissy Shannon" userId="4f2ac87fd8e82d3c" providerId="LiveId" clId="{D6C2B7FC-8ED3-4CB5-8CD6-C61C69B7ED6F}" dt="2026-01-25T21:23:55.885" v="1018"/>
          <ac:spMkLst>
            <pc:docMk/>
            <pc:sldMk cId="2554356823" sldId="258"/>
            <ac:spMk id="96" creationId="{2F7A3953-234F-5EBC-21A6-0B0735B65D31}"/>
          </ac:spMkLst>
        </pc:spChg>
        <pc:spChg chg="mod">
          <ac:chgData name="Crissy Shannon" userId="4f2ac87fd8e82d3c" providerId="LiveId" clId="{D6C2B7FC-8ED3-4CB5-8CD6-C61C69B7ED6F}" dt="2026-01-25T21:24:49.810" v="1025"/>
          <ac:spMkLst>
            <pc:docMk/>
            <pc:sldMk cId="2554356823" sldId="258"/>
            <ac:spMk id="98" creationId="{837F1F7A-3062-0CC4-6913-1E5E990D4CAB}"/>
          </ac:spMkLst>
        </pc:spChg>
        <pc:spChg chg="mod">
          <ac:chgData name="Crissy Shannon" userId="4f2ac87fd8e82d3c" providerId="LiveId" clId="{D6C2B7FC-8ED3-4CB5-8CD6-C61C69B7ED6F}" dt="2026-01-25T21:24:49.810" v="1025"/>
          <ac:spMkLst>
            <pc:docMk/>
            <pc:sldMk cId="2554356823" sldId="258"/>
            <ac:spMk id="99" creationId="{C548029E-324F-9573-B6FB-1FC9687F0E1D}"/>
          </ac:spMkLst>
        </pc:spChg>
        <pc:spChg chg="mod">
          <ac:chgData name="Crissy Shannon" userId="4f2ac87fd8e82d3c" providerId="LiveId" clId="{D6C2B7FC-8ED3-4CB5-8CD6-C61C69B7ED6F}" dt="2026-01-25T21:24:49.810" v="1025"/>
          <ac:spMkLst>
            <pc:docMk/>
            <pc:sldMk cId="2554356823" sldId="258"/>
            <ac:spMk id="100" creationId="{DE9CFAE7-1C40-6C6A-D768-0162D02ABBBD}"/>
          </ac:spMkLst>
        </pc:spChg>
        <pc:spChg chg="mod">
          <ac:chgData name="Crissy Shannon" userId="4f2ac87fd8e82d3c" providerId="LiveId" clId="{D6C2B7FC-8ED3-4CB5-8CD6-C61C69B7ED6F}" dt="2026-01-25T21:24:49.810" v="1025"/>
          <ac:spMkLst>
            <pc:docMk/>
            <pc:sldMk cId="2554356823" sldId="258"/>
            <ac:spMk id="101" creationId="{AD6A2966-F156-33FC-14B1-A3813D5E00CB}"/>
          </ac:spMkLst>
        </pc:spChg>
        <pc:spChg chg="add mod">
          <ac:chgData name="Crissy Shannon" userId="4f2ac87fd8e82d3c" providerId="LiveId" clId="{D6C2B7FC-8ED3-4CB5-8CD6-C61C69B7ED6F}" dt="2026-01-25T21:35:22.113" v="1094"/>
          <ac:spMkLst>
            <pc:docMk/>
            <pc:sldMk cId="2554356823" sldId="258"/>
            <ac:spMk id="102" creationId="{A38653CA-F2FA-8B25-BB9F-8457C9DD5CBB}"/>
          </ac:spMkLst>
        </pc:spChg>
        <pc:spChg chg="add mod ord">
          <ac:chgData name="Crissy Shannon" userId="4f2ac87fd8e82d3c" providerId="LiveId" clId="{D6C2B7FC-8ED3-4CB5-8CD6-C61C69B7ED6F}" dt="2026-01-25T21:44:47.496" v="1146" actId="207"/>
          <ac:spMkLst>
            <pc:docMk/>
            <pc:sldMk cId="2554356823" sldId="258"/>
            <ac:spMk id="103" creationId="{20755D54-4C74-282B-D33F-1B6923A2C723}"/>
          </ac:spMkLst>
        </pc:spChg>
        <pc:spChg chg="add mod">
          <ac:chgData name="Crissy Shannon" userId="4f2ac87fd8e82d3c" providerId="LiveId" clId="{D6C2B7FC-8ED3-4CB5-8CD6-C61C69B7ED6F}" dt="2026-01-25T21:39:58.675" v="1135" actId="1076"/>
          <ac:spMkLst>
            <pc:docMk/>
            <pc:sldMk cId="2554356823" sldId="258"/>
            <ac:spMk id="104" creationId="{8FE94D1A-A2FA-5265-839A-FF2CBC77CCFD}"/>
          </ac:spMkLst>
        </pc:spChg>
        <pc:grpChg chg="add mod">
          <ac:chgData name="Crissy Shannon" userId="4f2ac87fd8e82d3c" providerId="LiveId" clId="{D6C2B7FC-8ED3-4CB5-8CD6-C61C69B7ED6F}" dt="2026-01-25T17:36:59.868" v="14"/>
          <ac:grpSpMkLst>
            <pc:docMk/>
            <pc:sldMk cId="2554356823" sldId="258"/>
            <ac:grpSpMk id="10" creationId="{18F8A149-AC5F-C2BD-A7D3-2C5504A4997D}"/>
          </ac:grpSpMkLst>
        </pc:grpChg>
        <pc:grpChg chg="add del mod">
          <ac:chgData name="Crissy Shannon" userId="4f2ac87fd8e82d3c" providerId="LiveId" clId="{D6C2B7FC-8ED3-4CB5-8CD6-C61C69B7ED6F}" dt="2026-01-25T18:09:38.440" v="194" actId="478"/>
          <ac:grpSpMkLst>
            <pc:docMk/>
            <pc:sldMk cId="2554356823" sldId="258"/>
            <ac:grpSpMk id="16" creationId="{BF239D9D-4F58-B864-D238-DED59979EBE9}"/>
          </ac:grpSpMkLst>
        </pc:grpChg>
        <pc:grpChg chg="add del mod">
          <ac:chgData name="Crissy Shannon" userId="4f2ac87fd8e82d3c" providerId="LiveId" clId="{D6C2B7FC-8ED3-4CB5-8CD6-C61C69B7ED6F}" dt="2026-01-25T18:15:03.582" v="249" actId="478"/>
          <ac:grpSpMkLst>
            <pc:docMk/>
            <pc:sldMk cId="2554356823" sldId="258"/>
            <ac:grpSpMk id="25" creationId="{B3E080C5-242D-422C-3EBB-81EC38E9FEB3}"/>
          </ac:grpSpMkLst>
        </pc:grpChg>
        <pc:grpChg chg="add mod">
          <ac:chgData name="Crissy Shannon" userId="4f2ac87fd8e82d3c" providerId="LiveId" clId="{D6C2B7FC-8ED3-4CB5-8CD6-C61C69B7ED6F}" dt="2026-01-25T18:25:15.646" v="281"/>
          <ac:grpSpMkLst>
            <pc:docMk/>
            <pc:sldMk cId="2554356823" sldId="258"/>
            <ac:grpSpMk id="34" creationId="{A9C273F0-208A-53C0-C6CF-65F46C674D61}"/>
          </ac:grpSpMkLst>
        </pc:grpChg>
        <pc:grpChg chg="add del mod">
          <ac:chgData name="Crissy Shannon" userId="4f2ac87fd8e82d3c" providerId="LiveId" clId="{D6C2B7FC-8ED3-4CB5-8CD6-C61C69B7ED6F}" dt="2026-01-25T20:23:16.210" v="847" actId="478"/>
          <ac:grpSpMkLst>
            <pc:docMk/>
            <pc:sldMk cId="2554356823" sldId="258"/>
            <ac:grpSpMk id="47" creationId="{D64D71EF-0691-1858-3E80-B23EE984325C}"/>
          </ac:grpSpMkLst>
        </pc:grpChg>
        <pc:grpChg chg="add del mod">
          <ac:chgData name="Crissy Shannon" userId="4f2ac87fd8e82d3c" providerId="LiveId" clId="{D6C2B7FC-8ED3-4CB5-8CD6-C61C69B7ED6F}" dt="2026-01-25T20:24:13.453" v="853" actId="478"/>
          <ac:grpSpMkLst>
            <pc:docMk/>
            <pc:sldMk cId="2554356823" sldId="258"/>
            <ac:grpSpMk id="56" creationId="{8AE18332-CF5D-4008-7E7B-0F8434AAAA48}"/>
          </ac:grpSpMkLst>
        </pc:grpChg>
        <pc:grpChg chg="add del mod">
          <ac:chgData name="Crissy Shannon" userId="4f2ac87fd8e82d3c" providerId="LiveId" clId="{D6C2B7FC-8ED3-4CB5-8CD6-C61C69B7ED6F}" dt="2026-01-25T21:24:28.521" v="1021" actId="478"/>
          <ac:grpSpMkLst>
            <pc:docMk/>
            <pc:sldMk cId="2554356823" sldId="258"/>
            <ac:grpSpMk id="62" creationId="{DE56BFF7-7413-1339-B34D-94369508846A}"/>
          </ac:grpSpMkLst>
        </pc:grpChg>
        <pc:grpChg chg="add del mod">
          <ac:chgData name="Crissy Shannon" userId="4f2ac87fd8e82d3c" providerId="LiveId" clId="{D6C2B7FC-8ED3-4CB5-8CD6-C61C69B7ED6F}" dt="2026-01-25T21:23:55.235" v="1017" actId="478"/>
          <ac:grpSpMkLst>
            <pc:docMk/>
            <pc:sldMk cId="2554356823" sldId="258"/>
            <ac:grpSpMk id="81" creationId="{D5234577-85E9-12DF-11A1-8A5C69B9D70F}"/>
          </ac:grpSpMkLst>
        </pc:grpChg>
        <pc:grpChg chg="add del mod">
          <ac:chgData name="Crissy Shannon" userId="4f2ac87fd8e82d3c" providerId="LiveId" clId="{D6C2B7FC-8ED3-4CB5-8CD6-C61C69B7ED6F}" dt="2026-01-25T21:24:39.675" v="1023" actId="478"/>
          <ac:grpSpMkLst>
            <pc:docMk/>
            <pc:sldMk cId="2554356823" sldId="258"/>
            <ac:grpSpMk id="90" creationId="{3E5A09A0-48E6-6171-48B3-EE6E0D02AD0D}"/>
          </ac:grpSpMkLst>
        </pc:grpChg>
        <pc:grpChg chg="add mod">
          <ac:chgData name="Crissy Shannon" userId="4f2ac87fd8e82d3c" providerId="LiveId" clId="{D6C2B7FC-8ED3-4CB5-8CD6-C61C69B7ED6F}" dt="2026-01-25T21:24:49.810" v="1025"/>
          <ac:grpSpMkLst>
            <pc:docMk/>
            <pc:sldMk cId="2554356823" sldId="258"/>
            <ac:grpSpMk id="97" creationId="{76E88E94-9DAD-0D79-36C9-989C00B7BD19}"/>
          </ac:grpSpMkLst>
        </pc:grpChg>
        <pc:graphicFrameChg chg="add del">
          <ac:chgData name="Crissy Shannon" userId="4f2ac87fd8e82d3c" providerId="LiveId" clId="{D6C2B7FC-8ED3-4CB5-8CD6-C61C69B7ED6F}" dt="2026-01-25T19:28:52.445" v="591" actId="26606"/>
          <ac:graphicFrameMkLst>
            <pc:docMk/>
            <pc:sldMk cId="2554356823" sldId="258"/>
            <ac:graphicFrameMk id="93" creationId="{1DD6849A-31E9-841E-3BE7-6103D84CBE4D}"/>
          </ac:graphicFrameMkLst>
        </pc:graphicFrameChg>
      </pc:sldChg>
      <pc:sldChg chg="addSp delSp modSp mod setBg">
        <pc:chgData name="Crissy Shannon" userId="4f2ac87fd8e82d3c" providerId="LiveId" clId="{D6C2B7FC-8ED3-4CB5-8CD6-C61C69B7ED6F}" dt="2026-01-25T21:43:01.884" v="1145" actId="20577"/>
        <pc:sldMkLst>
          <pc:docMk/>
          <pc:sldMk cId="3221804136" sldId="259"/>
        </pc:sldMkLst>
        <pc:spChg chg="mod">
          <ac:chgData name="Crissy Shannon" userId="4f2ac87fd8e82d3c" providerId="LiveId" clId="{D6C2B7FC-8ED3-4CB5-8CD6-C61C69B7ED6F}" dt="2026-01-25T17:37:00.917" v="15"/>
          <ac:spMkLst>
            <pc:docMk/>
            <pc:sldMk cId="3221804136" sldId="259"/>
            <ac:spMk id="9" creationId="{7121A321-12E1-974E-DAD4-E018C12749F6}"/>
          </ac:spMkLst>
        </pc:spChg>
        <pc:spChg chg="mod">
          <ac:chgData name="Crissy Shannon" userId="4f2ac87fd8e82d3c" providerId="LiveId" clId="{D6C2B7FC-8ED3-4CB5-8CD6-C61C69B7ED6F}" dt="2026-01-25T17:37:00.917" v="15"/>
          <ac:spMkLst>
            <pc:docMk/>
            <pc:sldMk cId="3221804136" sldId="259"/>
            <ac:spMk id="10" creationId="{0A250506-10DF-7A98-B02E-907EB411925C}"/>
          </ac:spMkLst>
        </pc:spChg>
        <pc:spChg chg="mod">
          <ac:chgData name="Crissy Shannon" userId="4f2ac87fd8e82d3c" providerId="LiveId" clId="{D6C2B7FC-8ED3-4CB5-8CD6-C61C69B7ED6F}" dt="2026-01-25T17:37:00.917" v="15"/>
          <ac:spMkLst>
            <pc:docMk/>
            <pc:sldMk cId="3221804136" sldId="259"/>
            <ac:spMk id="11" creationId="{D558B184-7185-507D-8BBC-3A663EDF7188}"/>
          </ac:spMkLst>
        </pc:spChg>
        <pc:spChg chg="mod">
          <ac:chgData name="Crissy Shannon" userId="4f2ac87fd8e82d3c" providerId="LiveId" clId="{D6C2B7FC-8ED3-4CB5-8CD6-C61C69B7ED6F}" dt="2026-01-25T17:37:00.917" v="15"/>
          <ac:spMkLst>
            <pc:docMk/>
            <pc:sldMk cId="3221804136" sldId="259"/>
            <ac:spMk id="12" creationId="{E05FC073-B978-3134-39E7-21D56B90726C}"/>
          </ac:spMkLst>
        </pc:spChg>
        <pc:spChg chg="mod">
          <ac:chgData name="Crissy Shannon" userId="4f2ac87fd8e82d3c" providerId="LiveId" clId="{D6C2B7FC-8ED3-4CB5-8CD6-C61C69B7ED6F}" dt="2026-01-25T17:37:00.917" v="15"/>
          <ac:spMkLst>
            <pc:docMk/>
            <pc:sldMk cId="3221804136" sldId="259"/>
            <ac:spMk id="13" creationId="{0FBF5A1B-9020-95F3-81E8-495B4BA94BB5}"/>
          </ac:spMkLst>
        </pc:spChg>
        <pc:spChg chg="mod">
          <ac:chgData name="Crissy Shannon" userId="4f2ac87fd8e82d3c" providerId="LiveId" clId="{D6C2B7FC-8ED3-4CB5-8CD6-C61C69B7ED6F}" dt="2026-01-25T17:39:20.232" v="34"/>
          <ac:spMkLst>
            <pc:docMk/>
            <pc:sldMk cId="3221804136" sldId="259"/>
            <ac:spMk id="15" creationId="{9B51D3FB-DF51-9D70-D4C8-2AD79523DCA4}"/>
          </ac:spMkLst>
        </pc:spChg>
        <pc:spChg chg="mod">
          <ac:chgData name="Crissy Shannon" userId="4f2ac87fd8e82d3c" providerId="LiveId" clId="{D6C2B7FC-8ED3-4CB5-8CD6-C61C69B7ED6F}" dt="2026-01-25T17:39:20.232" v="34"/>
          <ac:spMkLst>
            <pc:docMk/>
            <pc:sldMk cId="3221804136" sldId="259"/>
            <ac:spMk id="16" creationId="{D82EE030-EFC2-42D2-0672-0435E6158436}"/>
          </ac:spMkLst>
        </pc:spChg>
        <pc:spChg chg="mod">
          <ac:chgData name="Crissy Shannon" userId="4f2ac87fd8e82d3c" providerId="LiveId" clId="{D6C2B7FC-8ED3-4CB5-8CD6-C61C69B7ED6F}" dt="2026-01-25T17:39:20.232" v="34"/>
          <ac:spMkLst>
            <pc:docMk/>
            <pc:sldMk cId="3221804136" sldId="259"/>
            <ac:spMk id="17" creationId="{40A09AB8-6586-5151-E007-89E7D2D8C1A2}"/>
          </ac:spMkLst>
        </pc:spChg>
        <pc:spChg chg="mod">
          <ac:chgData name="Crissy Shannon" userId="4f2ac87fd8e82d3c" providerId="LiveId" clId="{D6C2B7FC-8ED3-4CB5-8CD6-C61C69B7ED6F}" dt="2026-01-25T17:39:20.232" v="34"/>
          <ac:spMkLst>
            <pc:docMk/>
            <pc:sldMk cId="3221804136" sldId="259"/>
            <ac:spMk id="18" creationId="{2C99E087-6A4C-9157-CC95-1415A5897D0D}"/>
          </ac:spMkLst>
        </pc:spChg>
        <pc:spChg chg="mod">
          <ac:chgData name="Crissy Shannon" userId="4f2ac87fd8e82d3c" providerId="LiveId" clId="{D6C2B7FC-8ED3-4CB5-8CD6-C61C69B7ED6F}" dt="2026-01-25T17:39:20.232" v="34"/>
          <ac:spMkLst>
            <pc:docMk/>
            <pc:sldMk cId="3221804136" sldId="259"/>
            <ac:spMk id="19" creationId="{D57883EC-67DD-B81E-E6FD-B590C38B794B}"/>
          </ac:spMkLst>
        </pc:spChg>
        <pc:spChg chg="add del mod">
          <ac:chgData name="Crissy Shannon" userId="4f2ac87fd8e82d3c" providerId="LiveId" clId="{D6C2B7FC-8ED3-4CB5-8CD6-C61C69B7ED6F}" dt="2026-01-25T21:19:24.283" v="987" actId="478"/>
          <ac:spMkLst>
            <pc:docMk/>
            <pc:sldMk cId="3221804136" sldId="259"/>
            <ac:spMk id="20" creationId="{55080876-C89B-2C54-F01B-4B81C1612DE6}"/>
          </ac:spMkLst>
        </pc:spChg>
        <pc:spChg chg="mod">
          <ac:chgData name="Crissy Shannon" userId="4f2ac87fd8e82d3c" providerId="LiveId" clId="{D6C2B7FC-8ED3-4CB5-8CD6-C61C69B7ED6F}" dt="2026-01-25T18:37:51.226" v="373"/>
          <ac:spMkLst>
            <pc:docMk/>
            <pc:sldMk cId="3221804136" sldId="259"/>
            <ac:spMk id="22" creationId="{4EE0FCBD-5D7A-442C-EBE0-90B7DCE954AD}"/>
          </ac:spMkLst>
        </pc:spChg>
        <pc:spChg chg="mod">
          <ac:chgData name="Crissy Shannon" userId="4f2ac87fd8e82d3c" providerId="LiveId" clId="{D6C2B7FC-8ED3-4CB5-8CD6-C61C69B7ED6F}" dt="2026-01-25T18:37:51.226" v="373"/>
          <ac:spMkLst>
            <pc:docMk/>
            <pc:sldMk cId="3221804136" sldId="259"/>
            <ac:spMk id="23" creationId="{E519F1EC-5541-417E-E7FF-DF4966867981}"/>
          </ac:spMkLst>
        </pc:spChg>
        <pc:spChg chg="mod">
          <ac:chgData name="Crissy Shannon" userId="4f2ac87fd8e82d3c" providerId="LiveId" clId="{D6C2B7FC-8ED3-4CB5-8CD6-C61C69B7ED6F}" dt="2026-01-25T18:37:51.226" v="373"/>
          <ac:spMkLst>
            <pc:docMk/>
            <pc:sldMk cId="3221804136" sldId="259"/>
            <ac:spMk id="24" creationId="{6807A957-033B-6B3E-6412-874D37C88DCE}"/>
          </ac:spMkLst>
        </pc:spChg>
        <pc:spChg chg="mod">
          <ac:chgData name="Crissy Shannon" userId="4f2ac87fd8e82d3c" providerId="LiveId" clId="{D6C2B7FC-8ED3-4CB5-8CD6-C61C69B7ED6F}" dt="2026-01-25T18:37:51.226" v="373"/>
          <ac:spMkLst>
            <pc:docMk/>
            <pc:sldMk cId="3221804136" sldId="259"/>
            <ac:spMk id="25" creationId="{26027D3D-0092-5A26-6762-A7156DA11762}"/>
          </ac:spMkLst>
        </pc:spChg>
        <pc:spChg chg="mod">
          <ac:chgData name="Crissy Shannon" userId="4f2ac87fd8e82d3c" providerId="LiveId" clId="{D6C2B7FC-8ED3-4CB5-8CD6-C61C69B7ED6F}" dt="2026-01-25T20:23:28.980" v="850"/>
          <ac:spMkLst>
            <pc:docMk/>
            <pc:sldMk cId="3221804136" sldId="259"/>
            <ac:spMk id="27" creationId="{48FAF457-9056-D680-4A76-878D54AEA787}"/>
          </ac:spMkLst>
        </pc:spChg>
        <pc:spChg chg="mod">
          <ac:chgData name="Crissy Shannon" userId="4f2ac87fd8e82d3c" providerId="LiveId" clId="{D6C2B7FC-8ED3-4CB5-8CD6-C61C69B7ED6F}" dt="2026-01-25T20:23:28.980" v="850"/>
          <ac:spMkLst>
            <pc:docMk/>
            <pc:sldMk cId="3221804136" sldId="259"/>
            <ac:spMk id="28" creationId="{5BAF02D7-FF8A-2BF9-43BE-E90DF40E044E}"/>
          </ac:spMkLst>
        </pc:spChg>
        <pc:spChg chg="mod">
          <ac:chgData name="Crissy Shannon" userId="4f2ac87fd8e82d3c" providerId="LiveId" clId="{D6C2B7FC-8ED3-4CB5-8CD6-C61C69B7ED6F}" dt="2026-01-25T20:23:28.980" v="850"/>
          <ac:spMkLst>
            <pc:docMk/>
            <pc:sldMk cId="3221804136" sldId="259"/>
            <ac:spMk id="29" creationId="{E6AD6F93-84C9-E9A7-6420-E2FC20B768BF}"/>
          </ac:spMkLst>
        </pc:spChg>
        <pc:spChg chg="mod">
          <ac:chgData name="Crissy Shannon" userId="4f2ac87fd8e82d3c" providerId="LiveId" clId="{D6C2B7FC-8ED3-4CB5-8CD6-C61C69B7ED6F}" dt="2026-01-25T20:23:28.980" v="850"/>
          <ac:spMkLst>
            <pc:docMk/>
            <pc:sldMk cId="3221804136" sldId="259"/>
            <ac:spMk id="30" creationId="{ADBD19E5-51AB-F04E-061E-6EF6664DE0F6}"/>
          </ac:spMkLst>
        </pc:spChg>
        <pc:spChg chg="mod">
          <ac:chgData name="Crissy Shannon" userId="4f2ac87fd8e82d3c" providerId="LiveId" clId="{D6C2B7FC-8ED3-4CB5-8CD6-C61C69B7ED6F}" dt="2026-01-25T20:23:32.614" v="852"/>
          <ac:spMkLst>
            <pc:docMk/>
            <pc:sldMk cId="3221804136" sldId="259"/>
            <ac:spMk id="32" creationId="{1AB899E0-B170-235A-301B-C7183DE63D32}"/>
          </ac:spMkLst>
        </pc:spChg>
        <pc:spChg chg="mod">
          <ac:chgData name="Crissy Shannon" userId="4f2ac87fd8e82d3c" providerId="LiveId" clId="{D6C2B7FC-8ED3-4CB5-8CD6-C61C69B7ED6F}" dt="2026-01-25T20:23:32.614" v="852"/>
          <ac:spMkLst>
            <pc:docMk/>
            <pc:sldMk cId="3221804136" sldId="259"/>
            <ac:spMk id="33" creationId="{EF6C9FCB-1C2C-F7ED-147C-5FA83B188E0E}"/>
          </ac:spMkLst>
        </pc:spChg>
        <pc:spChg chg="mod">
          <ac:chgData name="Crissy Shannon" userId="4f2ac87fd8e82d3c" providerId="LiveId" clId="{D6C2B7FC-8ED3-4CB5-8CD6-C61C69B7ED6F}" dt="2026-01-25T20:23:32.614" v="852"/>
          <ac:spMkLst>
            <pc:docMk/>
            <pc:sldMk cId="3221804136" sldId="259"/>
            <ac:spMk id="34" creationId="{15F4F65A-942B-BB5B-4507-0D3905F9739F}"/>
          </ac:spMkLst>
        </pc:spChg>
        <pc:spChg chg="mod">
          <ac:chgData name="Crissy Shannon" userId="4f2ac87fd8e82d3c" providerId="LiveId" clId="{D6C2B7FC-8ED3-4CB5-8CD6-C61C69B7ED6F}" dt="2026-01-25T20:23:32.614" v="852"/>
          <ac:spMkLst>
            <pc:docMk/>
            <pc:sldMk cId="3221804136" sldId="259"/>
            <ac:spMk id="35" creationId="{2AB09D08-211E-A2AC-8463-9A04FD03D5CE}"/>
          </ac:spMkLst>
        </pc:spChg>
        <pc:spChg chg="add del mod">
          <ac:chgData name="Crissy Shannon" userId="4f2ac87fd8e82d3c" providerId="LiveId" clId="{D6C2B7FC-8ED3-4CB5-8CD6-C61C69B7ED6F}" dt="2026-01-25T21:19:27.184" v="988" actId="478"/>
          <ac:spMkLst>
            <pc:docMk/>
            <pc:sldMk cId="3221804136" sldId="259"/>
            <ac:spMk id="36" creationId="{A9423314-7837-F44D-9EA4-A123FE6B3360}"/>
          </ac:spMkLst>
        </pc:spChg>
        <pc:spChg chg="add del mod">
          <ac:chgData name="Crissy Shannon" userId="4f2ac87fd8e82d3c" providerId="LiveId" clId="{D6C2B7FC-8ED3-4CB5-8CD6-C61C69B7ED6F}" dt="2026-01-25T21:43:01.884" v="1145" actId="20577"/>
          <ac:spMkLst>
            <pc:docMk/>
            <pc:sldMk cId="3221804136" sldId="259"/>
            <ac:spMk id="37" creationId="{7C0F6D0C-FA71-F59D-D753-4DA7B538F757}"/>
          </ac:spMkLst>
        </pc:spChg>
        <pc:spChg chg="add del mod">
          <ac:chgData name="Crissy Shannon" userId="4f2ac87fd8e82d3c" providerId="LiveId" clId="{D6C2B7FC-8ED3-4CB5-8CD6-C61C69B7ED6F}" dt="2026-01-25T21:35:39.192" v="1111" actId="478"/>
          <ac:spMkLst>
            <pc:docMk/>
            <pc:sldMk cId="3221804136" sldId="259"/>
            <ac:spMk id="38" creationId="{3FC715BB-0669-4CBB-80D0-A9157380BBA9}"/>
          </ac:spMkLst>
        </pc:spChg>
        <pc:spChg chg="add del">
          <ac:chgData name="Crissy Shannon" userId="4f2ac87fd8e82d3c" providerId="LiveId" clId="{D6C2B7FC-8ED3-4CB5-8CD6-C61C69B7ED6F}" dt="2026-01-25T21:20:11.464" v="991" actId="26606"/>
          <ac:spMkLst>
            <pc:docMk/>
            <pc:sldMk cId="3221804136" sldId="259"/>
            <ac:spMk id="42" creationId="{B6CDA21F-E7AF-4C75-8395-33F58D5B0E45}"/>
          </ac:spMkLst>
        </pc:spChg>
        <pc:spChg chg="add">
          <ac:chgData name="Crissy Shannon" userId="4f2ac87fd8e82d3c" providerId="LiveId" clId="{D6C2B7FC-8ED3-4CB5-8CD6-C61C69B7ED6F}" dt="2026-01-25T21:20:11.476" v="992" actId="26606"/>
          <ac:spMkLst>
            <pc:docMk/>
            <pc:sldMk cId="3221804136" sldId="259"/>
            <ac:spMk id="48" creationId="{375E0459-6403-40CD-989D-56A4407CA12E}"/>
          </ac:spMkLst>
        </pc:spChg>
        <pc:spChg chg="add del">
          <ac:chgData name="Crissy Shannon" userId="4f2ac87fd8e82d3c" providerId="LiveId" clId="{D6C2B7FC-8ED3-4CB5-8CD6-C61C69B7ED6F}" dt="2026-01-25T21:20:11.464" v="991" actId="26606"/>
          <ac:spMkLst>
            <pc:docMk/>
            <pc:sldMk cId="3221804136" sldId="259"/>
            <ac:spMk id="49" creationId="{D5B0017B-2ECA-49AF-B397-DC140825DF8D}"/>
          </ac:spMkLst>
        </pc:spChg>
        <pc:spChg chg="add">
          <ac:chgData name="Crissy Shannon" userId="4f2ac87fd8e82d3c" providerId="LiveId" clId="{D6C2B7FC-8ED3-4CB5-8CD6-C61C69B7ED6F}" dt="2026-01-25T21:20:11.476" v="992" actId="26606"/>
          <ac:spMkLst>
            <pc:docMk/>
            <pc:sldMk cId="3221804136" sldId="259"/>
            <ac:spMk id="50" creationId="{53E5B1A8-3AC9-4BD1-9BBC-78CA94F2D1BA}"/>
          </ac:spMkLst>
        </pc:spChg>
        <pc:spChg chg="add">
          <ac:chgData name="Crissy Shannon" userId="4f2ac87fd8e82d3c" providerId="LiveId" clId="{D6C2B7FC-8ED3-4CB5-8CD6-C61C69B7ED6F}" dt="2026-01-25T21:20:11.476" v="992" actId="26606"/>
          <ac:spMkLst>
            <pc:docMk/>
            <pc:sldMk cId="3221804136" sldId="259"/>
            <ac:spMk id="53" creationId="{1B15ED52-F352-441B-82BF-E0EA34836D08}"/>
          </ac:spMkLst>
        </pc:spChg>
        <pc:spChg chg="add">
          <ac:chgData name="Crissy Shannon" userId="4f2ac87fd8e82d3c" providerId="LiveId" clId="{D6C2B7FC-8ED3-4CB5-8CD6-C61C69B7ED6F}" dt="2026-01-25T21:20:11.476" v="992" actId="26606"/>
          <ac:spMkLst>
            <pc:docMk/>
            <pc:sldMk cId="3221804136" sldId="259"/>
            <ac:spMk id="54" creationId="{3B2E3793-BFE6-45A2-9B7B-E18844431C99}"/>
          </ac:spMkLst>
        </pc:spChg>
        <pc:spChg chg="add">
          <ac:chgData name="Crissy Shannon" userId="4f2ac87fd8e82d3c" providerId="LiveId" clId="{D6C2B7FC-8ED3-4CB5-8CD6-C61C69B7ED6F}" dt="2026-01-25T21:20:11.476" v="992" actId="26606"/>
          <ac:spMkLst>
            <pc:docMk/>
            <pc:sldMk cId="3221804136" sldId="259"/>
            <ac:spMk id="55" creationId="{BC4C4868-CB8F-4AF9-9CDB-8108F2C19B67}"/>
          </ac:spMkLst>
        </pc:spChg>
        <pc:spChg chg="mod">
          <ac:chgData name="Crissy Shannon" userId="4f2ac87fd8e82d3c" providerId="LiveId" clId="{D6C2B7FC-8ED3-4CB5-8CD6-C61C69B7ED6F}" dt="2026-01-25T21:20:42.921" v="997" actId="207"/>
          <ac:spMkLst>
            <pc:docMk/>
            <pc:sldMk cId="3221804136" sldId="259"/>
            <ac:spMk id="56" creationId="{F199224A-9633-20E6-283F-197AC64029BF}"/>
          </ac:spMkLst>
        </pc:spChg>
        <pc:spChg chg="mod">
          <ac:chgData name="Crissy Shannon" userId="4f2ac87fd8e82d3c" providerId="LiveId" clId="{D6C2B7FC-8ED3-4CB5-8CD6-C61C69B7ED6F}" dt="2026-01-25T21:20:42.921" v="997" actId="207"/>
          <ac:spMkLst>
            <pc:docMk/>
            <pc:sldMk cId="3221804136" sldId="259"/>
            <ac:spMk id="57" creationId="{678C4B02-9DCE-2F11-F8F9-581C1130539F}"/>
          </ac:spMkLst>
        </pc:spChg>
        <pc:spChg chg="mod">
          <ac:chgData name="Crissy Shannon" userId="4f2ac87fd8e82d3c" providerId="LiveId" clId="{D6C2B7FC-8ED3-4CB5-8CD6-C61C69B7ED6F}" dt="2026-01-25T21:20:42.921" v="997" actId="207"/>
          <ac:spMkLst>
            <pc:docMk/>
            <pc:sldMk cId="3221804136" sldId="259"/>
            <ac:spMk id="58" creationId="{3AD296D8-9473-5FF5-484F-53838F603275}"/>
          </ac:spMkLst>
        </pc:spChg>
        <pc:spChg chg="mod">
          <ac:chgData name="Crissy Shannon" userId="4f2ac87fd8e82d3c" providerId="LiveId" clId="{D6C2B7FC-8ED3-4CB5-8CD6-C61C69B7ED6F}" dt="2026-01-25T21:20:42.921" v="997" actId="207"/>
          <ac:spMkLst>
            <pc:docMk/>
            <pc:sldMk cId="3221804136" sldId="259"/>
            <ac:spMk id="59" creationId="{68EB2463-A55B-8B76-A852-03D3AFC36DAE}"/>
          </ac:spMkLst>
        </pc:spChg>
        <pc:spChg chg="mod">
          <ac:chgData name="Crissy Shannon" userId="4f2ac87fd8e82d3c" providerId="LiveId" clId="{D6C2B7FC-8ED3-4CB5-8CD6-C61C69B7ED6F}" dt="2026-01-25T21:24:54.323" v="1028" actId="207"/>
          <ac:spMkLst>
            <pc:docMk/>
            <pc:sldMk cId="3221804136" sldId="259"/>
            <ac:spMk id="61" creationId="{EDC04C3E-1A22-ADF3-AC8D-8786F5499DDE}"/>
          </ac:spMkLst>
        </pc:spChg>
        <pc:spChg chg="mod">
          <ac:chgData name="Crissy Shannon" userId="4f2ac87fd8e82d3c" providerId="LiveId" clId="{D6C2B7FC-8ED3-4CB5-8CD6-C61C69B7ED6F}" dt="2026-01-25T21:24:54.323" v="1028" actId="207"/>
          <ac:spMkLst>
            <pc:docMk/>
            <pc:sldMk cId="3221804136" sldId="259"/>
            <ac:spMk id="62" creationId="{9D3681E1-3E51-1AEC-B10D-BE157ABD1338}"/>
          </ac:spMkLst>
        </pc:spChg>
        <pc:spChg chg="mod">
          <ac:chgData name="Crissy Shannon" userId="4f2ac87fd8e82d3c" providerId="LiveId" clId="{D6C2B7FC-8ED3-4CB5-8CD6-C61C69B7ED6F}" dt="2026-01-25T21:24:54.323" v="1028" actId="207"/>
          <ac:spMkLst>
            <pc:docMk/>
            <pc:sldMk cId="3221804136" sldId="259"/>
            <ac:spMk id="63" creationId="{BA78F96E-EF1C-AA82-E83F-5CD427AB7CF5}"/>
          </ac:spMkLst>
        </pc:spChg>
        <pc:spChg chg="mod">
          <ac:chgData name="Crissy Shannon" userId="4f2ac87fd8e82d3c" providerId="LiveId" clId="{D6C2B7FC-8ED3-4CB5-8CD6-C61C69B7ED6F}" dt="2026-01-25T21:24:54.323" v="1028" actId="207"/>
          <ac:spMkLst>
            <pc:docMk/>
            <pc:sldMk cId="3221804136" sldId="259"/>
            <ac:spMk id="64" creationId="{12B7E96F-E22E-FA4B-46B6-8211DD54955D}"/>
          </ac:spMkLst>
        </pc:spChg>
        <pc:spChg chg="add mod">
          <ac:chgData name="Crissy Shannon" userId="4f2ac87fd8e82d3c" providerId="LiveId" clId="{D6C2B7FC-8ED3-4CB5-8CD6-C61C69B7ED6F}" dt="2026-01-25T21:35:39.492" v="1112"/>
          <ac:spMkLst>
            <pc:docMk/>
            <pc:sldMk cId="3221804136" sldId="259"/>
            <ac:spMk id="65" creationId="{62EB7B76-794D-E8E8-E4A1-1913A15922EF}"/>
          </ac:spMkLst>
        </pc:spChg>
        <pc:grpChg chg="add mod">
          <ac:chgData name="Crissy Shannon" userId="4f2ac87fd8e82d3c" providerId="LiveId" clId="{D6C2B7FC-8ED3-4CB5-8CD6-C61C69B7ED6F}" dt="2026-01-25T17:37:00.917" v="15"/>
          <ac:grpSpMkLst>
            <pc:docMk/>
            <pc:sldMk cId="3221804136" sldId="259"/>
            <ac:grpSpMk id="8" creationId="{A4305587-9263-3195-7FBA-F45793EA4D4A}"/>
          </ac:grpSpMkLst>
        </pc:grpChg>
        <pc:grpChg chg="add del mod">
          <ac:chgData name="Crissy Shannon" userId="4f2ac87fd8e82d3c" providerId="LiveId" clId="{D6C2B7FC-8ED3-4CB5-8CD6-C61C69B7ED6F}" dt="2026-01-25T18:37:50.708" v="372" actId="478"/>
          <ac:grpSpMkLst>
            <pc:docMk/>
            <pc:sldMk cId="3221804136" sldId="259"/>
            <ac:grpSpMk id="14" creationId="{1AF135C3-99A5-5825-E1CD-11542326A6FE}"/>
          </ac:grpSpMkLst>
        </pc:grpChg>
        <pc:grpChg chg="add del mod">
          <ac:chgData name="Crissy Shannon" userId="4f2ac87fd8e82d3c" providerId="LiveId" clId="{D6C2B7FC-8ED3-4CB5-8CD6-C61C69B7ED6F}" dt="2026-01-25T20:23:31.733" v="851" actId="478"/>
          <ac:grpSpMkLst>
            <pc:docMk/>
            <pc:sldMk cId="3221804136" sldId="259"/>
            <ac:grpSpMk id="21" creationId="{BD660BA1-9430-793D-5681-D2B319EDF18B}"/>
          </ac:grpSpMkLst>
        </pc:grpChg>
        <pc:grpChg chg="add mod">
          <ac:chgData name="Crissy Shannon" userId="4f2ac87fd8e82d3c" providerId="LiveId" clId="{D6C2B7FC-8ED3-4CB5-8CD6-C61C69B7ED6F}" dt="2026-01-25T20:23:28.980" v="850"/>
          <ac:grpSpMkLst>
            <pc:docMk/>
            <pc:sldMk cId="3221804136" sldId="259"/>
            <ac:grpSpMk id="26" creationId="{44448C3D-08DB-54F0-9D51-ACA89A06DDBA}"/>
          </ac:grpSpMkLst>
        </pc:grpChg>
        <pc:grpChg chg="add del mod">
          <ac:chgData name="Crissy Shannon" userId="4f2ac87fd8e82d3c" providerId="LiveId" clId="{D6C2B7FC-8ED3-4CB5-8CD6-C61C69B7ED6F}" dt="2026-01-25T21:19:29.615" v="989" actId="478"/>
          <ac:grpSpMkLst>
            <pc:docMk/>
            <pc:sldMk cId="3221804136" sldId="259"/>
            <ac:grpSpMk id="31" creationId="{BB1E3061-2C88-0763-DA48-7A2FDEE93D8D}"/>
          </ac:grpSpMkLst>
        </pc:grpChg>
        <pc:grpChg chg="add del">
          <ac:chgData name="Crissy Shannon" userId="4f2ac87fd8e82d3c" providerId="LiveId" clId="{D6C2B7FC-8ED3-4CB5-8CD6-C61C69B7ED6F}" dt="2026-01-25T21:20:11.464" v="991" actId="26606"/>
          <ac:grpSpMkLst>
            <pc:docMk/>
            <pc:sldMk cId="3221804136" sldId="259"/>
            <ac:grpSpMk id="44" creationId="{AE1C45F0-260A-458C-96ED-C1F6D2151219}"/>
          </ac:grpSpMkLst>
        </pc:grpChg>
        <pc:grpChg chg="add del mod">
          <ac:chgData name="Crissy Shannon" userId="4f2ac87fd8e82d3c" providerId="LiveId" clId="{D6C2B7FC-8ED3-4CB5-8CD6-C61C69B7ED6F}" dt="2026-01-25T21:24:43.884" v="1024" actId="478"/>
          <ac:grpSpMkLst>
            <pc:docMk/>
            <pc:sldMk cId="3221804136" sldId="259"/>
            <ac:grpSpMk id="52" creationId="{2B73B296-96E9-44DB-1922-D64F38B2344C}"/>
          </ac:grpSpMkLst>
        </pc:grpChg>
        <pc:grpChg chg="add mod">
          <ac:chgData name="Crissy Shannon" userId="4f2ac87fd8e82d3c" providerId="LiveId" clId="{D6C2B7FC-8ED3-4CB5-8CD6-C61C69B7ED6F}" dt="2026-01-25T21:24:51.643" v="1027"/>
          <ac:grpSpMkLst>
            <pc:docMk/>
            <pc:sldMk cId="3221804136" sldId="259"/>
            <ac:grpSpMk id="60" creationId="{58BF25C4-FD0B-98A5-19AF-3B997D2C05EA}"/>
          </ac:grpSpMkLst>
        </pc:grpChg>
        <pc:graphicFrameChg chg="add del">
          <ac:chgData name="Crissy Shannon" userId="4f2ac87fd8e82d3c" providerId="LiveId" clId="{D6C2B7FC-8ED3-4CB5-8CD6-C61C69B7ED6F}" dt="2026-01-25T21:18:43.609" v="978" actId="26606"/>
          <ac:graphicFrameMkLst>
            <pc:docMk/>
            <pc:sldMk cId="3221804136" sldId="259"/>
            <ac:graphicFrameMk id="39" creationId="{7F8E70C2-42AA-0F96-36D9-C3BA957CD0EB}"/>
          </ac:graphicFrameMkLst>
        </pc:graphicFrameChg>
        <pc:graphicFrameChg chg="add del">
          <ac:chgData name="Crissy Shannon" userId="4f2ac87fd8e82d3c" providerId="LiveId" clId="{D6C2B7FC-8ED3-4CB5-8CD6-C61C69B7ED6F}" dt="2026-01-25T21:19:08.395" v="980" actId="26606"/>
          <ac:graphicFrameMkLst>
            <pc:docMk/>
            <pc:sldMk cId="3221804136" sldId="259"/>
            <ac:graphicFrameMk id="41" creationId="{1CBBF5D3-432B-AB5F-B461-63084A977FF4}"/>
          </ac:graphicFrameMkLst>
        </pc:graphicFrameChg>
        <pc:graphicFrameChg chg="add del">
          <ac:chgData name="Crissy Shannon" userId="4f2ac87fd8e82d3c" providerId="LiveId" clId="{D6C2B7FC-8ED3-4CB5-8CD6-C61C69B7ED6F}" dt="2026-01-25T21:19:10.410" v="982" actId="26606"/>
          <ac:graphicFrameMkLst>
            <pc:docMk/>
            <pc:sldMk cId="3221804136" sldId="259"/>
            <ac:graphicFrameMk id="43" creationId="{4B22993B-7E8C-E08D-A6FE-30B313419E25}"/>
          </ac:graphicFrameMkLst>
        </pc:graphicFrameChg>
        <pc:graphicFrameChg chg="add del">
          <ac:chgData name="Crissy Shannon" userId="4f2ac87fd8e82d3c" providerId="LiveId" clId="{D6C2B7FC-8ED3-4CB5-8CD6-C61C69B7ED6F}" dt="2026-01-25T21:19:13.060" v="984" actId="26606"/>
          <ac:graphicFrameMkLst>
            <pc:docMk/>
            <pc:sldMk cId="3221804136" sldId="259"/>
            <ac:graphicFrameMk id="45" creationId="{CD1D8CC2-3904-B8B0-5A96-6BF7DE04F9E7}"/>
          </ac:graphicFrameMkLst>
        </pc:graphicFrameChg>
        <pc:cxnChg chg="add del">
          <ac:chgData name="Crissy Shannon" userId="4f2ac87fd8e82d3c" providerId="LiveId" clId="{D6C2B7FC-8ED3-4CB5-8CD6-C61C69B7ED6F}" dt="2026-01-25T21:20:11.464" v="991" actId="26606"/>
          <ac:cxnSpMkLst>
            <pc:docMk/>
            <pc:sldMk cId="3221804136" sldId="259"/>
            <ac:cxnSpMk id="51" creationId="{6CF1BAF6-AD41-4082-B212-8A1F9A2E8779}"/>
          </ac:cxnSpMkLst>
        </pc:cxnChg>
      </pc:sldChg>
      <pc:sldChg chg="addSp modSp del">
        <pc:chgData name="Crissy Shannon" userId="4f2ac87fd8e82d3c" providerId="LiveId" clId="{D6C2B7FC-8ED3-4CB5-8CD6-C61C69B7ED6F}" dt="2026-01-25T18:37:46.489" v="371" actId="47"/>
        <pc:sldMkLst>
          <pc:docMk/>
          <pc:sldMk cId="2827742924" sldId="260"/>
        </pc:sldMkLst>
        <pc:spChg chg="mod">
          <ac:chgData name="Crissy Shannon" userId="4f2ac87fd8e82d3c" providerId="LiveId" clId="{D6C2B7FC-8ED3-4CB5-8CD6-C61C69B7ED6F}" dt="2026-01-25T17:37:01.735" v="16"/>
          <ac:spMkLst>
            <pc:docMk/>
            <pc:sldMk cId="2827742924" sldId="260"/>
            <ac:spMk id="9" creationId="{6E49CE6E-D2E0-31B5-5717-6CD57EB982E1}"/>
          </ac:spMkLst>
        </pc:spChg>
        <pc:spChg chg="mod">
          <ac:chgData name="Crissy Shannon" userId="4f2ac87fd8e82d3c" providerId="LiveId" clId="{D6C2B7FC-8ED3-4CB5-8CD6-C61C69B7ED6F}" dt="2026-01-25T17:37:01.735" v="16"/>
          <ac:spMkLst>
            <pc:docMk/>
            <pc:sldMk cId="2827742924" sldId="260"/>
            <ac:spMk id="10" creationId="{9DEC7BFE-B338-BA05-B4D9-984B31960E1E}"/>
          </ac:spMkLst>
        </pc:spChg>
        <pc:spChg chg="mod">
          <ac:chgData name="Crissy Shannon" userId="4f2ac87fd8e82d3c" providerId="LiveId" clId="{D6C2B7FC-8ED3-4CB5-8CD6-C61C69B7ED6F}" dt="2026-01-25T17:37:01.735" v="16"/>
          <ac:spMkLst>
            <pc:docMk/>
            <pc:sldMk cId="2827742924" sldId="260"/>
            <ac:spMk id="11" creationId="{CF214ED0-73B8-D45D-47DC-630FE2390AB6}"/>
          </ac:spMkLst>
        </pc:spChg>
        <pc:spChg chg="mod">
          <ac:chgData name="Crissy Shannon" userId="4f2ac87fd8e82d3c" providerId="LiveId" clId="{D6C2B7FC-8ED3-4CB5-8CD6-C61C69B7ED6F}" dt="2026-01-25T17:37:01.735" v="16"/>
          <ac:spMkLst>
            <pc:docMk/>
            <pc:sldMk cId="2827742924" sldId="260"/>
            <ac:spMk id="12" creationId="{465380AA-42D3-5807-8D2D-5C1A742A6215}"/>
          </ac:spMkLst>
        </pc:spChg>
        <pc:spChg chg="mod">
          <ac:chgData name="Crissy Shannon" userId="4f2ac87fd8e82d3c" providerId="LiveId" clId="{D6C2B7FC-8ED3-4CB5-8CD6-C61C69B7ED6F}" dt="2026-01-25T17:37:01.735" v="16"/>
          <ac:spMkLst>
            <pc:docMk/>
            <pc:sldMk cId="2827742924" sldId="260"/>
            <ac:spMk id="13" creationId="{FBB1E4D5-63EF-1934-9775-230DEA66FE77}"/>
          </ac:spMkLst>
        </pc:spChg>
        <pc:spChg chg="mod">
          <ac:chgData name="Crissy Shannon" userId="4f2ac87fd8e82d3c" providerId="LiveId" clId="{D6C2B7FC-8ED3-4CB5-8CD6-C61C69B7ED6F}" dt="2026-01-25T17:39:20.902" v="35"/>
          <ac:spMkLst>
            <pc:docMk/>
            <pc:sldMk cId="2827742924" sldId="260"/>
            <ac:spMk id="15" creationId="{0E15218A-F2CF-DEE1-D488-5AEDAADBA877}"/>
          </ac:spMkLst>
        </pc:spChg>
        <pc:spChg chg="mod">
          <ac:chgData name="Crissy Shannon" userId="4f2ac87fd8e82d3c" providerId="LiveId" clId="{D6C2B7FC-8ED3-4CB5-8CD6-C61C69B7ED6F}" dt="2026-01-25T17:39:20.902" v="35"/>
          <ac:spMkLst>
            <pc:docMk/>
            <pc:sldMk cId="2827742924" sldId="260"/>
            <ac:spMk id="16" creationId="{DE2CAA0B-CB24-753F-EB19-525FA7B5BC7F}"/>
          </ac:spMkLst>
        </pc:spChg>
        <pc:spChg chg="mod">
          <ac:chgData name="Crissy Shannon" userId="4f2ac87fd8e82d3c" providerId="LiveId" clId="{D6C2B7FC-8ED3-4CB5-8CD6-C61C69B7ED6F}" dt="2026-01-25T17:39:20.902" v="35"/>
          <ac:spMkLst>
            <pc:docMk/>
            <pc:sldMk cId="2827742924" sldId="260"/>
            <ac:spMk id="17" creationId="{2A67386E-99F1-9BA8-506E-DA54521AC2B4}"/>
          </ac:spMkLst>
        </pc:spChg>
        <pc:spChg chg="mod">
          <ac:chgData name="Crissy Shannon" userId="4f2ac87fd8e82d3c" providerId="LiveId" clId="{D6C2B7FC-8ED3-4CB5-8CD6-C61C69B7ED6F}" dt="2026-01-25T17:39:20.902" v="35"/>
          <ac:spMkLst>
            <pc:docMk/>
            <pc:sldMk cId="2827742924" sldId="260"/>
            <ac:spMk id="18" creationId="{F44FF6F9-FEAA-ECE7-8C86-E870CEAEE2F0}"/>
          </ac:spMkLst>
        </pc:spChg>
        <pc:spChg chg="mod">
          <ac:chgData name="Crissy Shannon" userId="4f2ac87fd8e82d3c" providerId="LiveId" clId="{D6C2B7FC-8ED3-4CB5-8CD6-C61C69B7ED6F}" dt="2026-01-25T17:39:20.902" v="35"/>
          <ac:spMkLst>
            <pc:docMk/>
            <pc:sldMk cId="2827742924" sldId="260"/>
            <ac:spMk id="19" creationId="{1D31EF62-B5AA-E22D-3957-F96B2B275734}"/>
          </ac:spMkLst>
        </pc:spChg>
        <pc:spChg chg="add mod">
          <ac:chgData name="Crissy Shannon" userId="4f2ac87fd8e82d3c" providerId="LiveId" clId="{D6C2B7FC-8ED3-4CB5-8CD6-C61C69B7ED6F}" dt="2026-01-25T18:06:36.432" v="159"/>
          <ac:spMkLst>
            <pc:docMk/>
            <pc:sldMk cId="2827742924" sldId="260"/>
            <ac:spMk id="20" creationId="{97B0FBEC-A2D9-C286-165D-4726ADFAFFCE}"/>
          </ac:spMkLst>
        </pc:spChg>
        <pc:grpChg chg="add mod">
          <ac:chgData name="Crissy Shannon" userId="4f2ac87fd8e82d3c" providerId="LiveId" clId="{D6C2B7FC-8ED3-4CB5-8CD6-C61C69B7ED6F}" dt="2026-01-25T17:37:01.735" v="16"/>
          <ac:grpSpMkLst>
            <pc:docMk/>
            <pc:sldMk cId="2827742924" sldId="260"/>
            <ac:grpSpMk id="8" creationId="{E76B6C2E-0FA4-649C-DC16-0D25A45D4820}"/>
          </ac:grpSpMkLst>
        </pc:grpChg>
        <pc:grpChg chg="add mod">
          <ac:chgData name="Crissy Shannon" userId="4f2ac87fd8e82d3c" providerId="LiveId" clId="{D6C2B7FC-8ED3-4CB5-8CD6-C61C69B7ED6F}" dt="2026-01-25T17:39:20.902" v="35"/>
          <ac:grpSpMkLst>
            <pc:docMk/>
            <pc:sldMk cId="2827742924" sldId="260"/>
            <ac:grpSpMk id="14" creationId="{FFEC0591-E99D-4AD9-24FF-81CF76194A39}"/>
          </ac:grpSpMkLst>
        </pc:grpChg>
      </pc:sldChg>
      <pc:sldChg chg="add del">
        <pc:chgData name="Crissy Shannon" userId="4f2ac87fd8e82d3c" providerId="LiveId" clId="{D6C2B7FC-8ED3-4CB5-8CD6-C61C69B7ED6F}" dt="2026-01-25T17:35:45.043" v="6"/>
        <pc:sldMkLst>
          <pc:docMk/>
          <pc:sldMk cId="677088653" sldId="261"/>
        </pc:sldMkLst>
      </pc:sldChg>
      <pc:sldChg chg="addSp modSp add del">
        <pc:chgData name="Crissy Shannon" userId="4f2ac87fd8e82d3c" providerId="LiveId" clId="{D6C2B7FC-8ED3-4CB5-8CD6-C61C69B7ED6F}" dt="2026-01-25T18:37:46.489" v="371" actId="47"/>
        <pc:sldMkLst>
          <pc:docMk/>
          <pc:sldMk cId="1326784444" sldId="261"/>
        </pc:sldMkLst>
        <pc:spChg chg="mod">
          <ac:chgData name="Crissy Shannon" userId="4f2ac87fd8e82d3c" providerId="LiveId" clId="{D6C2B7FC-8ED3-4CB5-8CD6-C61C69B7ED6F}" dt="2026-01-25T17:37:02.493" v="17"/>
          <ac:spMkLst>
            <pc:docMk/>
            <pc:sldMk cId="1326784444" sldId="261"/>
            <ac:spMk id="3" creationId="{16F2309D-90F2-FCC4-4F09-5EF38B9545FF}"/>
          </ac:spMkLst>
        </pc:spChg>
        <pc:spChg chg="mod">
          <ac:chgData name="Crissy Shannon" userId="4f2ac87fd8e82d3c" providerId="LiveId" clId="{D6C2B7FC-8ED3-4CB5-8CD6-C61C69B7ED6F}" dt="2026-01-25T17:37:02.493" v="17"/>
          <ac:spMkLst>
            <pc:docMk/>
            <pc:sldMk cId="1326784444" sldId="261"/>
            <ac:spMk id="4" creationId="{D6A803F0-CF81-C1BA-58F4-8CE1D3F2A9B6}"/>
          </ac:spMkLst>
        </pc:spChg>
        <pc:spChg chg="mod">
          <ac:chgData name="Crissy Shannon" userId="4f2ac87fd8e82d3c" providerId="LiveId" clId="{D6C2B7FC-8ED3-4CB5-8CD6-C61C69B7ED6F}" dt="2026-01-25T17:37:02.493" v="17"/>
          <ac:spMkLst>
            <pc:docMk/>
            <pc:sldMk cId="1326784444" sldId="261"/>
            <ac:spMk id="5" creationId="{AC15786D-75B0-7616-DB5B-A5142C56E9CE}"/>
          </ac:spMkLst>
        </pc:spChg>
        <pc:spChg chg="mod">
          <ac:chgData name="Crissy Shannon" userId="4f2ac87fd8e82d3c" providerId="LiveId" clId="{D6C2B7FC-8ED3-4CB5-8CD6-C61C69B7ED6F}" dt="2026-01-25T17:37:02.493" v="17"/>
          <ac:spMkLst>
            <pc:docMk/>
            <pc:sldMk cId="1326784444" sldId="261"/>
            <ac:spMk id="6" creationId="{DF606628-FBE9-19CA-68FB-9EA3B0A8F516}"/>
          </ac:spMkLst>
        </pc:spChg>
        <pc:spChg chg="mod">
          <ac:chgData name="Crissy Shannon" userId="4f2ac87fd8e82d3c" providerId="LiveId" clId="{D6C2B7FC-8ED3-4CB5-8CD6-C61C69B7ED6F}" dt="2026-01-25T17:37:02.493" v="17"/>
          <ac:spMkLst>
            <pc:docMk/>
            <pc:sldMk cId="1326784444" sldId="261"/>
            <ac:spMk id="7" creationId="{6B070014-D840-150D-D1A9-C33CF2D47DBA}"/>
          </ac:spMkLst>
        </pc:spChg>
        <pc:spChg chg="mod">
          <ac:chgData name="Crissy Shannon" userId="4f2ac87fd8e82d3c" providerId="LiveId" clId="{D6C2B7FC-8ED3-4CB5-8CD6-C61C69B7ED6F}" dt="2026-01-25T17:39:21.536" v="36"/>
          <ac:spMkLst>
            <pc:docMk/>
            <pc:sldMk cId="1326784444" sldId="261"/>
            <ac:spMk id="9" creationId="{246B97C8-A2A1-1859-D8AD-092AEA194BE5}"/>
          </ac:spMkLst>
        </pc:spChg>
        <pc:spChg chg="mod">
          <ac:chgData name="Crissy Shannon" userId="4f2ac87fd8e82d3c" providerId="LiveId" clId="{D6C2B7FC-8ED3-4CB5-8CD6-C61C69B7ED6F}" dt="2026-01-25T17:39:21.536" v="36"/>
          <ac:spMkLst>
            <pc:docMk/>
            <pc:sldMk cId="1326784444" sldId="261"/>
            <ac:spMk id="10" creationId="{0F8B2CE3-7E02-26A6-0288-A542FCA826B0}"/>
          </ac:spMkLst>
        </pc:spChg>
        <pc:spChg chg="mod">
          <ac:chgData name="Crissy Shannon" userId="4f2ac87fd8e82d3c" providerId="LiveId" clId="{D6C2B7FC-8ED3-4CB5-8CD6-C61C69B7ED6F}" dt="2026-01-25T17:39:21.536" v="36"/>
          <ac:spMkLst>
            <pc:docMk/>
            <pc:sldMk cId="1326784444" sldId="261"/>
            <ac:spMk id="11" creationId="{52710744-8DB6-C8DB-AC01-D425BC413E09}"/>
          </ac:spMkLst>
        </pc:spChg>
        <pc:spChg chg="mod">
          <ac:chgData name="Crissy Shannon" userId="4f2ac87fd8e82d3c" providerId="LiveId" clId="{D6C2B7FC-8ED3-4CB5-8CD6-C61C69B7ED6F}" dt="2026-01-25T17:39:21.536" v="36"/>
          <ac:spMkLst>
            <pc:docMk/>
            <pc:sldMk cId="1326784444" sldId="261"/>
            <ac:spMk id="12" creationId="{AA72218D-8553-F36F-317D-65E9C0DC510A}"/>
          </ac:spMkLst>
        </pc:spChg>
        <pc:spChg chg="mod">
          <ac:chgData name="Crissy Shannon" userId="4f2ac87fd8e82d3c" providerId="LiveId" clId="{D6C2B7FC-8ED3-4CB5-8CD6-C61C69B7ED6F}" dt="2026-01-25T17:39:21.536" v="36"/>
          <ac:spMkLst>
            <pc:docMk/>
            <pc:sldMk cId="1326784444" sldId="261"/>
            <ac:spMk id="13" creationId="{38F5E187-8C28-E8C7-544C-A0E827343A31}"/>
          </ac:spMkLst>
        </pc:spChg>
        <pc:spChg chg="add mod">
          <ac:chgData name="Crissy Shannon" userId="4f2ac87fd8e82d3c" providerId="LiveId" clId="{D6C2B7FC-8ED3-4CB5-8CD6-C61C69B7ED6F}" dt="2026-01-25T18:06:37.030" v="160"/>
          <ac:spMkLst>
            <pc:docMk/>
            <pc:sldMk cId="1326784444" sldId="261"/>
            <ac:spMk id="14" creationId="{8677A6BF-2C3C-3545-8923-E09039552AE1}"/>
          </ac:spMkLst>
        </pc:spChg>
        <pc:grpChg chg="add mod">
          <ac:chgData name="Crissy Shannon" userId="4f2ac87fd8e82d3c" providerId="LiveId" clId="{D6C2B7FC-8ED3-4CB5-8CD6-C61C69B7ED6F}" dt="2026-01-25T17:37:02.493" v="17"/>
          <ac:grpSpMkLst>
            <pc:docMk/>
            <pc:sldMk cId="1326784444" sldId="261"/>
            <ac:grpSpMk id="2" creationId="{2CA076F7-8E9D-09D4-6FEA-F33A8F6773AE}"/>
          </ac:grpSpMkLst>
        </pc:grpChg>
        <pc:grpChg chg="add mod">
          <ac:chgData name="Crissy Shannon" userId="4f2ac87fd8e82d3c" providerId="LiveId" clId="{D6C2B7FC-8ED3-4CB5-8CD6-C61C69B7ED6F}" dt="2026-01-25T17:39:21.536" v="36"/>
          <ac:grpSpMkLst>
            <pc:docMk/>
            <pc:sldMk cId="1326784444" sldId="261"/>
            <ac:grpSpMk id="8" creationId="{4E7F212A-32A5-2C5C-8C49-97D804F72B41}"/>
          </ac:grpSpMkLst>
        </pc:grpChg>
      </pc:sldChg>
      <pc:sldChg chg="add del">
        <pc:chgData name="Crissy Shannon" userId="4f2ac87fd8e82d3c" providerId="LiveId" clId="{D6C2B7FC-8ED3-4CB5-8CD6-C61C69B7ED6F}" dt="2026-01-25T18:37:46.489" v="371" actId="47"/>
        <pc:sldMkLst>
          <pc:docMk/>
          <pc:sldMk cId="2636999579" sldId="262"/>
        </pc:sldMkLst>
      </pc:sldChg>
      <pc:sldChg chg="addSp delSp modSp add del mod">
        <pc:chgData name="Crissy Shannon" userId="4f2ac87fd8e82d3c" providerId="LiveId" clId="{D6C2B7FC-8ED3-4CB5-8CD6-C61C69B7ED6F}" dt="2026-01-25T21:45:09.762" v="1149" actId="1076"/>
        <pc:sldMkLst>
          <pc:docMk/>
          <pc:sldMk cId="1521718167" sldId="263"/>
        </pc:sldMkLst>
        <pc:spChg chg="add del mod">
          <ac:chgData name="Crissy Shannon" userId="4f2ac87fd8e82d3c" providerId="LiveId" clId="{D6C2B7FC-8ED3-4CB5-8CD6-C61C69B7ED6F}" dt="2026-01-25T21:35:26.850" v="1095" actId="478"/>
          <ac:spMkLst>
            <pc:docMk/>
            <pc:sldMk cId="1521718167" sldId="263"/>
            <ac:spMk id="2" creationId="{B0D328A4-42DF-A160-442E-4B2B55E0D0FC}"/>
          </ac:spMkLst>
        </pc:spChg>
        <pc:spChg chg="mod">
          <ac:chgData name="Crissy Shannon" userId="4f2ac87fd8e82d3c" providerId="LiveId" clId="{D6C2B7FC-8ED3-4CB5-8CD6-C61C69B7ED6F}" dt="2026-01-25T21:24:50.737" v="1026"/>
          <ac:spMkLst>
            <pc:docMk/>
            <pc:sldMk cId="1521718167" sldId="263"/>
            <ac:spMk id="4" creationId="{4EEC9393-39C2-E67D-C78F-E968303C0C7B}"/>
          </ac:spMkLst>
        </pc:spChg>
        <pc:spChg chg="mod">
          <ac:chgData name="Crissy Shannon" userId="4f2ac87fd8e82d3c" providerId="LiveId" clId="{D6C2B7FC-8ED3-4CB5-8CD6-C61C69B7ED6F}" dt="2026-01-25T21:24:50.737" v="1026"/>
          <ac:spMkLst>
            <pc:docMk/>
            <pc:sldMk cId="1521718167" sldId="263"/>
            <ac:spMk id="5" creationId="{B35DD486-0ED3-7F8A-66DA-561904729FEF}"/>
          </ac:spMkLst>
        </pc:spChg>
        <pc:spChg chg="mod">
          <ac:chgData name="Crissy Shannon" userId="4f2ac87fd8e82d3c" providerId="LiveId" clId="{D6C2B7FC-8ED3-4CB5-8CD6-C61C69B7ED6F}" dt="2026-01-25T21:24:50.737" v="1026"/>
          <ac:spMkLst>
            <pc:docMk/>
            <pc:sldMk cId="1521718167" sldId="263"/>
            <ac:spMk id="6" creationId="{BA40DA16-FDC4-908D-31B1-D4EF3F0E8E09}"/>
          </ac:spMkLst>
        </pc:spChg>
        <pc:spChg chg="mod">
          <ac:chgData name="Crissy Shannon" userId="4f2ac87fd8e82d3c" providerId="LiveId" clId="{D6C2B7FC-8ED3-4CB5-8CD6-C61C69B7ED6F}" dt="2026-01-25T21:24:50.737" v="1026"/>
          <ac:spMkLst>
            <pc:docMk/>
            <pc:sldMk cId="1521718167" sldId="263"/>
            <ac:spMk id="7" creationId="{39B1E07B-E523-B364-909E-9212556D39EA}"/>
          </ac:spMkLst>
        </pc:spChg>
        <pc:spChg chg="add mod">
          <ac:chgData name="Crissy Shannon" userId="4f2ac87fd8e82d3c" providerId="LiveId" clId="{D6C2B7FC-8ED3-4CB5-8CD6-C61C69B7ED6F}" dt="2026-01-25T21:45:09.762" v="1149" actId="1076"/>
          <ac:spMkLst>
            <pc:docMk/>
            <pc:sldMk cId="1521718167" sldId="263"/>
            <ac:spMk id="8" creationId="{B3B28A5F-1F9B-871C-47CF-BED0749E4545}"/>
          </ac:spMkLst>
        </pc:spChg>
        <pc:spChg chg="add mod">
          <ac:chgData name="Crissy Shannon" userId="4f2ac87fd8e82d3c" providerId="LiveId" clId="{D6C2B7FC-8ED3-4CB5-8CD6-C61C69B7ED6F}" dt="2026-01-25T21:35:34.023" v="1110" actId="1036"/>
          <ac:spMkLst>
            <pc:docMk/>
            <pc:sldMk cId="1521718167" sldId="263"/>
            <ac:spMk id="9" creationId="{7E6821EA-E06B-647B-1EFE-1791730E59C3}"/>
          </ac:spMkLst>
        </pc:spChg>
        <pc:spChg chg="del">
          <ac:chgData name="Crissy Shannon" userId="4f2ac87fd8e82d3c" providerId="LiveId" clId="{D6C2B7FC-8ED3-4CB5-8CD6-C61C69B7ED6F}" dt="2026-01-25T19:28:42.608" v="589" actId="478"/>
          <ac:spMkLst>
            <pc:docMk/>
            <pc:sldMk cId="1521718167" sldId="263"/>
            <ac:spMk id="24" creationId="{93AE665F-1BBA-957C-02C7-4C991361FB62}"/>
          </ac:spMkLst>
        </pc:spChg>
        <pc:grpChg chg="add mod">
          <ac:chgData name="Crissy Shannon" userId="4f2ac87fd8e82d3c" providerId="LiveId" clId="{D6C2B7FC-8ED3-4CB5-8CD6-C61C69B7ED6F}" dt="2026-01-25T21:24:50.737" v="1026"/>
          <ac:grpSpMkLst>
            <pc:docMk/>
            <pc:sldMk cId="1521718167" sldId="263"/>
            <ac:grpSpMk id="3" creationId="{7F92AC55-A375-0107-2141-0F77582B0597}"/>
          </ac:grpSpMkLst>
        </pc:grpChg>
      </pc:sldChg>
      <pc:sldChg chg="add del">
        <pc:chgData name="Crissy Shannon" userId="4f2ac87fd8e82d3c" providerId="LiveId" clId="{D6C2B7FC-8ED3-4CB5-8CD6-C61C69B7ED6F}" dt="2026-01-25T20:23:06.188" v="846" actId="47"/>
        <pc:sldMkLst>
          <pc:docMk/>
          <pc:sldMk cId="1626900840" sldId="26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DC4CB8-A22F-4DE4-95D8-889417CE3024}" type="datetimeFigureOut">
              <a:rPr lang="en-US" smtClean="0"/>
              <a:t>1/25/2026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3465EEF-285B-4A55-AF97-565720CE1146}" type="slidenum">
              <a:rPr lang="en-US" smtClean="0"/>
              <a:t>‹#›</a:t>
            </a:fld>
            <a:endParaRPr lang="en-US" dirty="0"/>
          </a:p>
        </p:txBody>
      </p:sp>
    </p:spTree>
    <p:extLst>
      <p:ext uri="{BB962C8B-B14F-4D97-AF65-F5344CB8AC3E}">
        <p14:creationId xmlns:p14="http://schemas.microsoft.com/office/powerpoint/2010/main" val="32957982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AB72B3-2A35-7A89-8554-9611CAB5447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A1B5D4E-371E-3E38-5316-723D6F75ABC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3333D49-3CBF-D261-5F2C-4078AC0D6014}"/>
              </a:ext>
            </a:extLst>
          </p:cNvPr>
          <p:cNvSpPr>
            <a:spLocks noGrp="1"/>
          </p:cNvSpPr>
          <p:nvPr>
            <p:ph type="dt" sz="half" idx="10"/>
          </p:nvPr>
        </p:nvSpPr>
        <p:spPr/>
        <p:txBody>
          <a:bodyPr/>
          <a:lstStyle/>
          <a:p>
            <a:fld id="{2949EE48-1E09-4EBB-9033-461EB7DBBD70}" type="datetimeFigureOut">
              <a:rPr lang="en-US" smtClean="0"/>
              <a:t>1/25/2026</a:t>
            </a:fld>
            <a:endParaRPr lang="en-US" dirty="0"/>
          </a:p>
        </p:txBody>
      </p:sp>
      <p:sp>
        <p:nvSpPr>
          <p:cNvPr id="5" name="Footer Placeholder 4">
            <a:extLst>
              <a:ext uri="{FF2B5EF4-FFF2-40B4-BE49-F238E27FC236}">
                <a16:creationId xmlns:a16="http://schemas.microsoft.com/office/drawing/2014/main" id="{103B3924-E271-4B47-56C6-B42082B1F04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C902C62-467E-2505-8D03-1EFEC6B4D1FF}"/>
              </a:ext>
            </a:extLst>
          </p:cNvPr>
          <p:cNvSpPr>
            <a:spLocks noGrp="1"/>
          </p:cNvSpPr>
          <p:nvPr>
            <p:ph type="sldNum" sz="quarter" idx="12"/>
          </p:nvPr>
        </p:nvSpPr>
        <p:spPr/>
        <p:txBody>
          <a:bodyPr/>
          <a:lstStyle/>
          <a:p>
            <a:fld id="{8DC0DD06-14EF-480B-AB05-2780E2CE1435}" type="slidenum">
              <a:rPr lang="en-US" smtClean="0"/>
              <a:t>‹#›</a:t>
            </a:fld>
            <a:endParaRPr lang="en-US" dirty="0"/>
          </a:p>
        </p:txBody>
      </p:sp>
    </p:spTree>
    <p:extLst>
      <p:ext uri="{BB962C8B-B14F-4D97-AF65-F5344CB8AC3E}">
        <p14:creationId xmlns:p14="http://schemas.microsoft.com/office/powerpoint/2010/main" val="6191106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9A96E9-87A2-094B-54AC-0585034982D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7250544-4009-4F8D-C934-31A009ADC38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327D3C-5B85-FEEA-2248-F358B2993943}"/>
              </a:ext>
            </a:extLst>
          </p:cNvPr>
          <p:cNvSpPr>
            <a:spLocks noGrp="1"/>
          </p:cNvSpPr>
          <p:nvPr>
            <p:ph type="dt" sz="half" idx="10"/>
          </p:nvPr>
        </p:nvSpPr>
        <p:spPr/>
        <p:txBody>
          <a:bodyPr/>
          <a:lstStyle/>
          <a:p>
            <a:fld id="{2949EE48-1E09-4EBB-9033-461EB7DBBD70}" type="datetimeFigureOut">
              <a:rPr lang="en-US" smtClean="0"/>
              <a:t>1/25/2026</a:t>
            </a:fld>
            <a:endParaRPr lang="en-US" dirty="0"/>
          </a:p>
        </p:txBody>
      </p:sp>
      <p:sp>
        <p:nvSpPr>
          <p:cNvPr id="5" name="Footer Placeholder 4">
            <a:extLst>
              <a:ext uri="{FF2B5EF4-FFF2-40B4-BE49-F238E27FC236}">
                <a16:creationId xmlns:a16="http://schemas.microsoft.com/office/drawing/2014/main" id="{1441621F-C8C8-EE93-9496-4B7DAA783D9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B97A99B-D434-DC90-2989-3EB0675C3409}"/>
              </a:ext>
            </a:extLst>
          </p:cNvPr>
          <p:cNvSpPr>
            <a:spLocks noGrp="1"/>
          </p:cNvSpPr>
          <p:nvPr>
            <p:ph type="sldNum" sz="quarter" idx="12"/>
          </p:nvPr>
        </p:nvSpPr>
        <p:spPr/>
        <p:txBody>
          <a:bodyPr/>
          <a:lstStyle/>
          <a:p>
            <a:fld id="{8DC0DD06-14EF-480B-AB05-2780E2CE1435}" type="slidenum">
              <a:rPr lang="en-US" smtClean="0"/>
              <a:t>‹#›</a:t>
            </a:fld>
            <a:endParaRPr lang="en-US" dirty="0"/>
          </a:p>
        </p:txBody>
      </p:sp>
    </p:spTree>
    <p:extLst>
      <p:ext uri="{BB962C8B-B14F-4D97-AF65-F5344CB8AC3E}">
        <p14:creationId xmlns:p14="http://schemas.microsoft.com/office/powerpoint/2010/main" val="39459390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0FD2F7-3D0E-41B6-33D8-AF1BFED0858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170804D-2830-117E-B883-EEF54C4870F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B6B8150-E9AA-AA8D-D4E3-6C8C3CBBD544}"/>
              </a:ext>
            </a:extLst>
          </p:cNvPr>
          <p:cNvSpPr>
            <a:spLocks noGrp="1"/>
          </p:cNvSpPr>
          <p:nvPr>
            <p:ph type="dt" sz="half" idx="10"/>
          </p:nvPr>
        </p:nvSpPr>
        <p:spPr/>
        <p:txBody>
          <a:bodyPr/>
          <a:lstStyle/>
          <a:p>
            <a:fld id="{2949EE48-1E09-4EBB-9033-461EB7DBBD70}" type="datetimeFigureOut">
              <a:rPr lang="en-US" smtClean="0"/>
              <a:t>1/25/2026</a:t>
            </a:fld>
            <a:endParaRPr lang="en-US" dirty="0"/>
          </a:p>
        </p:txBody>
      </p:sp>
      <p:sp>
        <p:nvSpPr>
          <p:cNvPr id="5" name="Footer Placeholder 4">
            <a:extLst>
              <a:ext uri="{FF2B5EF4-FFF2-40B4-BE49-F238E27FC236}">
                <a16:creationId xmlns:a16="http://schemas.microsoft.com/office/drawing/2014/main" id="{FF3B2C53-1A96-B62E-2E05-F309C0676EE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78D2F53-A30C-9C7F-8C0F-7606781F829C}"/>
              </a:ext>
            </a:extLst>
          </p:cNvPr>
          <p:cNvSpPr>
            <a:spLocks noGrp="1"/>
          </p:cNvSpPr>
          <p:nvPr>
            <p:ph type="sldNum" sz="quarter" idx="12"/>
          </p:nvPr>
        </p:nvSpPr>
        <p:spPr/>
        <p:txBody>
          <a:bodyPr/>
          <a:lstStyle/>
          <a:p>
            <a:fld id="{8DC0DD06-14EF-480B-AB05-2780E2CE1435}" type="slidenum">
              <a:rPr lang="en-US" smtClean="0"/>
              <a:t>‹#›</a:t>
            </a:fld>
            <a:endParaRPr lang="en-US" dirty="0"/>
          </a:p>
        </p:txBody>
      </p:sp>
    </p:spTree>
    <p:extLst>
      <p:ext uri="{BB962C8B-B14F-4D97-AF65-F5344CB8AC3E}">
        <p14:creationId xmlns:p14="http://schemas.microsoft.com/office/powerpoint/2010/main" val="29448969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2EE4F1-D956-A1FA-1C42-E5AB6FD8A04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6974DEF-0257-A72F-BFA8-56EFDCA145B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79054B7-ECA2-0B2D-ECCA-D94D6CD5454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F535AC1-1744-7756-1F84-74CC8B04069B}"/>
              </a:ext>
            </a:extLst>
          </p:cNvPr>
          <p:cNvSpPr>
            <a:spLocks noGrp="1"/>
          </p:cNvSpPr>
          <p:nvPr>
            <p:ph type="dt" sz="half" idx="10"/>
          </p:nvPr>
        </p:nvSpPr>
        <p:spPr/>
        <p:txBody>
          <a:bodyPr/>
          <a:lstStyle/>
          <a:p>
            <a:fld id="{2949EE48-1E09-4EBB-9033-461EB7DBBD70}" type="datetimeFigureOut">
              <a:rPr lang="en-US" smtClean="0"/>
              <a:t>1/25/2026</a:t>
            </a:fld>
            <a:endParaRPr lang="en-US" dirty="0"/>
          </a:p>
        </p:txBody>
      </p:sp>
      <p:sp>
        <p:nvSpPr>
          <p:cNvPr id="6" name="Footer Placeholder 5">
            <a:extLst>
              <a:ext uri="{FF2B5EF4-FFF2-40B4-BE49-F238E27FC236}">
                <a16:creationId xmlns:a16="http://schemas.microsoft.com/office/drawing/2014/main" id="{46DDFEF6-7922-6B67-19C0-B55591AA6DC0}"/>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16BA0FD-8622-0439-F965-DBF89184B01C}"/>
              </a:ext>
            </a:extLst>
          </p:cNvPr>
          <p:cNvSpPr>
            <a:spLocks noGrp="1"/>
          </p:cNvSpPr>
          <p:nvPr>
            <p:ph type="sldNum" sz="quarter" idx="12"/>
          </p:nvPr>
        </p:nvSpPr>
        <p:spPr/>
        <p:txBody>
          <a:bodyPr/>
          <a:lstStyle/>
          <a:p>
            <a:fld id="{8DC0DD06-14EF-480B-AB05-2780E2CE1435}" type="slidenum">
              <a:rPr lang="en-US" smtClean="0"/>
              <a:t>‹#›</a:t>
            </a:fld>
            <a:endParaRPr lang="en-US" dirty="0"/>
          </a:p>
        </p:txBody>
      </p:sp>
    </p:spTree>
    <p:extLst>
      <p:ext uri="{BB962C8B-B14F-4D97-AF65-F5344CB8AC3E}">
        <p14:creationId xmlns:p14="http://schemas.microsoft.com/office/powerpoint/2010/main" val="21106467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D25EDE-E299-2888-A926-AE503F4A237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B54E28B-5DB0-74AB-B866-75C7663D5FC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855BC2A-5B80-103B-A166-7AEAD86FEAA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6D55101-D863-7CE0-4F0A-F2DC3BC62C5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BBDAF58-E1AE-2B2C-C88E-F596326A3FC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5A6C861-5800-F001-C616-036A33435436}"/>
              </a:ext>
            </a:extLst>
          </p:cNvPr>
          <p:cNvSpPr>
            <a:spLocks noGrp="1"/>
          </p:cNvSpPr>
          <p:nvPr>
            <p:ph type="dt" sz="half" idx="10"/>
          </p:nvPr>
        </p:nvSpPr>
        <p:spPr/>
        <p:txBody>
          <a:bodyPr/>
          <a:lstStyle/>
          <a:p>
            <a:fld id="{2949EE48-1E09-4EBB-9033-461EB7DBBD70}" type="datetimeFigureOut">
              <a:rPr lang="en-US" smtClean="0"/>
              <a:t>1/25/2026</a:t>
            </a:fld>
            <a:endParaRPr lang="en-US" dirty="0"/>
          </a:p>
        </p:txBody>
      </p:sp>
      <p:sp>
        <p:nvSpPr>
          <p:cNvPr id="8" name="Footer Placeholder 7">
            <a:extLst>
              <a:ext uri="{FF2B5EF4-FFF2-40B4-BE49-F238E27FC236}">
                <a16:creationId xmlns:a16="http://schemas.microsoft.com/office/drawing/2014/main" id="{29794D92-D726-EF8F-9164-F1C313443FBD}"/>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F76672BF-58A8-3ADA-535E-D0893D2127BD}"/>
              </a:ext>
            </a:extLst>
          </p:cNvPr>
          <p:cNvSpPr>
            <a:spLocks noGrp="1"/>
          </p:cNvSpPr>
          <p:nvPr>
            <p:ph type="sldNum" sz="quarter" idx="12"/>
          </p:nvPr>
        </p:nvSpPr>
        <p:spPr/>
        <p:txBody>
          <a:bodyPr/>
          <a:lstStyle/>
          <a:p>
            <a:fld id="{8DC0DD06-14EF-480B-AB05-2780E2CE1435}" type="slidenum">
              <a:rPr lang="en-US" smtClean="0"/>
              <a:t>‹#›</a:t>
            </a:fld>
            <a:endParaRPr lang="en-US" dirty="0"/>
          </a:p>
        </p:txBody>
      </p:sp>
    </p:spTree>
    <p:extLst>
      <p:ext uri="{BB962C8B-B14F-4D97-AF65-F5344CB8AC3E}">
        <p14:creationId xmlns:p14="http://schemas.microsoft.com/office/powerpoint/2010/main" val="30574807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DF43FB-8796-0050-2A2F-D796A25FA70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665BB9C-8CCF-CD82-3C27-A274DEE2AFFF}"/>
              </a:ext>
            </a:extLst>
          </p:cNvPr>
          <p:cNvSpPr>
            <a:spLocks noGrp="1"/>
          </p:cNvSpPr>
          <p:nvPr>
            <p:ph type="dt" sz="half" idx="10"/>
          </p:nvPr>
        </p:nvSpPr>
        <p:spPr/>
        <p:txBody>
          <a:bodyPr/>
          <a:lstStyle/>
          <a:p>
            <a:fld id="{2949EE48-1E09-4EBB-9033-461EB7DBBD70}" type="datetimeFigureOut">
              <a:rPr lang="en-US" smtClean="0"/>
              <a:t>1/25/2026</a:t>
            </a:fld>
            <a:endParaRPr lang="en-US" dirty="0"/>
          </a:p>
        </p:txBody>
      </p:sp>
      <p:sp>
        <p:nvSpPr>
          <p:cNvPr id="4" name="Footer Placeholder 3">
            <a:extLst>
              <a:ext uri="{FF2B5EF4-FFF2-40B4-BE49-F238E27FC236}">
                <a16:creationId xmlns:a16="http://schemas.microsoft.com/office/drawing/2014/main" id="{BA612297-F57A-E8B5-F8C2-B21E2BE43582}"/>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E67C492F-1EE4-22F9-3AA0-BAD23194D426}"/>
              </a:ext>
            </a:extLst>
          </p:cNvPr>
          <p:cNvSpPr>
            <a:spLocks noGrp="1"/>
          </p:cNvSpPr>
          <p:nvPr>
            <p:ph type="sldNum" sz="quarter" idx="12"/>
          </p:nvPr>
        </p:nvSpPr>
        <p:spPr/>
        <p:txBody>
          <a:bodyPr/>
          <a:lstStyle/>
          <a:p>
            <a:fld id="{8DC0DD06-14EF-480B-AB05-2780E2CE1435}" type="slidenum">
              <a:rPr lang="en-US" smtClean="0"/>
              <a:t>‹#›</a:t>
            </a:fld>
            <a:endParaRPr lang="en-US" dirty="0"/>
          </a:p>
        </p:txBody>
      </p:sp>
    </p:spTree>
    <p:extLst>
      <p:ext uri="{BB962C8B-B14F-4D97-AF65-F5344CB8AC3E}">
        <p14:creationId xmlns:p14="http://schemas.microsoft.com/office/powerpoint/2010/main" val="25302893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E63590D-A390-574C-5247-624BB8E9A7E0}"/>
              </a:ext>
            </a:extLst>
          </p:cNvPr>
          <p:cNvSpPr>
            <a:spLocks noGrp="1"/>
          </p:cNvSpPr>
          <p:nvPr>
            <p:ph type="dt" sz="half" idx="10"/>
          </p:nvPr>
        </p:nvSpPr>
        <p:spPr/>
        <p:txBody>
          <a:bodyPr/>
          <a:lstStyle/>
          <a:p>
            <a:fld id="{2949EE48-1E09-4EBB-9033-461EB7DBBD70}" type="datetimeFigureOut">
              <a:rPr lang="en-US" smtClean="0"/>
              <a:t>1/25/2026</a:t>
            </a:fld>
            <a:endParaRPr lang="en-US" dirty="0"/>
          </a:p>
        </p:txBody>
      </p:sp>
      <p:sp>
        <p:nvSpPr>
          <p:cNvPr id="3" name="Footer Placeholder 2">
            <a:extLst>
              <a:ext uri="{FF2B5EF4-FFF2-40B4-BE49-F238E27FC236}">
                <a16:creationId xmlns:a16="http://schemas.microsoft.com/office/drawing/2014/main" id="{7B219CEF-1CFE-52CA-8D7E-E6AB74D1A945}"/>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0CE0D172-5F8B-6766-0982-50391E59C638}"/>
              </a:ext>
            </a:extLst>
          </p:cNvPr>
          <p:cNvSpPr>
            <a:spLocks noGrp="1"/>
          </p:cNvSpPr>
          <p:nvPr>
            <p:ph type="sldNum" sz="quarter" idx="12"/>
          </p:nvPr>
        </p:nvSpPr>
        <p:spPr/>
        <p:txBody>
          <a:bodyPr/>
          <a:lstStyle/>
          <a:p>
            <a:fld id="{8DC0DD06-14EF-480B-AB05-2780E2CE1435}" type="slidenum">
              <a:rPr lang="en-US" smtClean="0"/>
              <a:t>‹#›</a:t>
            </a:fld>
            <a:endParaRPr lang="en-US" dirty="0"/>
          </a:p>
        </p:txBody>
      </p:sp>
    </p:spTree>
    <p:extLst>
      <p:ext uri="{BB962C8B-B14F-4D97-AF65-F5344CB8AC3E}">
        <p14:creationId xmlns:p14="http://schemas.microsoft.com/office/powerpoint/2010/main" val="17268469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F8E8C7-2DAF-63D9-FD7F-47AD78431A4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9B629F6-82D3-796C-0C4F-B9D6071BCF1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1291EAA-A65A-BEEA-C5D5-D1AE05639A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D85A573-978C-5D3F-3CAD-B0F87D342EB3}"/>
              </a:ext>
            </a:extLst>
          </p:cNvPr>
          <p:cNvSpPr>
            <a:spLocks noGrp="1"/>
          </p:cNvSpPr>
          <p:nvPr>
            <p:ph type="dt" sz="half" idx="10"/>
          </p:nvPr>
        </p:nvSpPr>
        <p:spPr/>
        <p:txBody>
          <a:bodyPr/>
          <a:lstStyle/>
          <a:p>
            <a:fld id="{2949EE48-1E09-4EBB-9033-461EB7DBBD70}" type="datetimeFigureOut">
              <a:rPr lang="en-US" smtClean="0"/>
              <a:t>1/25/2026</a:t>
            </a:fld>
            <a:endParaRPr lang="en-US" dirty="0"/>
          </a:p>
        </p:txBody>
      </p:sp>
      <p:sp>
        <p:nvSpPr>
          <p:cNvPr id="6" name="Footer Placeholder 5">
            <a:extLst>
              <a:ext uri="{FF2B5EF4-FFF2-40B4-BE49-F238E27FC236}">
                <a16:creationId xmlns:a16="http://schemas.microsoft.com/office/drawing/2014/main" id="{83174906-BBEC-A004-D5D1-22354FDA46A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5529A17-1EDC-5712-9659-B36B7F6F6A10}"/>
              </a:ext>
            </a:extLst>
          </p:cNvPr>
          <p:cNvSpPr>
            <a:spLocks noGrp="1"/>
          </p:cNvSpPr>
          <p:nvPr>
            <p:ph type="sldNum" sz="quarter" idx="12"/>
          </p:nvPr>
        </p:nvSpPr>
        <p:spPr/>
        <p:txBody>
          <a:bodyPr/>
          <a:lstStyle/>
          <a:p>
            <a:fld id="{8DC0DD06-14EF-480B-AB05-2780E2CE1435}" type="slidenum">
              <a:rPr lang="en-US" smtClean="0"/>
              <a:t>‹#›</a:t>
            </a:fld>
            <a:endParaRPr lang="en-US" dirty="0"/>
          </a:p>
        </p:txBody>
      </p:sp>
    </p:spTree>
    <p:extLst>
      <p:ext uri="{BB962C8B-B14F-4D97-AF65-F5344CB8AC3E}">
        <p14:creationId xmlns:p14="http://schemas.microsoft.com/office/powerpoint/2010/main" val="41200292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5A63F-E928-9FBB-8C77-36C21FAC936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9E73857-DA48-39B0-6D8E-0FABD3C4964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4959ED27-0280-8B5B-0842-FCE32E6960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0838853-7430-D79C-30D5-FC0A116CF667}"/>
              </a:ext>
            </a:extLst>
          </p:cNvPr>
          <p:cNvSpPr>
            <a:spLocks noGrp="1"/>
          </p:cNvSpPr>
          <p:nvPr>
            <p:ph type="dt" sz="half" idx="10"/>
          </p:nvPr>
        </p:nvSpPr>
        <p:spPr/>
        <p:txBody>
          <a:bodyPr/>
          <a:lstStyle/>
          <a:p>
            <a:fld id="{2949EE48-1E09-4EBB-9033-461EB7DBBD70}" type="datetimeFigureOut">
              <a:rPr lang="en-US" smtClean="0"/>
              <a:t>1/25/2026</a:t>
            </a:fld>
            <a:endParaRPr lang="en-US" dirty="0"/>
          </a:p>
        </p:txBody>
      </p:sp>
      <p:sp>
        <p:nvSpPr>
          <p:cNvPr id="6" name="Footer Placeholder 5">
            <a:extLst>
              <a:ext uri="{FF2B5EF4-FFF2-40B4-BE49-F238E27FC236}">
                <a16:creationId xmlns:a16="http://schemas.microsoft.com/office/drawing/2014/main" id="{19A69CA1-DEBC-9D07-3CA3-B1D39685E09E}"/>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057B39A3-8978-3769-1109-D95542837FDA}"/>
              </a:ext>
            </a:extLst>
          </p:cNvPr>
          <p:cNvSpPr>
            <a:spLocks noGrp="1"/>
          </p:cNvSpPr>
          <p:nvPr>
            <p:ph type="sldNum" sz="quarter" idx="12"/>
          </p:nvPr>
        </p:nvSpPr>
        <p:spPr/>
        <p:txBody>
          <a:bodyPr/>
          <a:lstStyle/>
          <a:p>
            <a:fld id="{8DC0DD06-14EF-480B-AB05-2780E2CE1435}" type="slidenum">
              <a:rPr lang="en-US" smtClean="0"/>
              <a:t>‹#›</a:t>
            </a:fld>
            <a:endParaRPr lang="en-US" dirty="0"/>
          </a:p>
        </p:txBody>
      </p:sp>
    </p:spTree>
    <p:extLst>
      <p:ext uri="{BB962C8B-B14F-4D97-AF65-F5344CB8AC3E}">
        <p14:creationId xmlns:p14="http://schemas.microsoft.com/office/powerpoint/2010/main" val="12249843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28DED-F3A1-DACB-4C15-23C415842C1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6B48259-1EA7-8B3C-F0ED-6B3312825AC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B9E6933-6180-528C-5246-2F0C01190CBE}"/>
              </a:ext>
            </a:extLst>
          </p:cNvPr>
          <p:cNvSpPr>
            <a:spLocks noGrp="1"/>
          </p:cNvSpPr>
          <p:nvPr>
            <p:ph type="dt" sz="half" idx="10"/>
          </p:nvPr>
        </p:nvSpPr>
        <p:spPr/>
        <p:txBody>
          <a:bodyPr/>
          <a:lstStyle/>
          <a:p>
            <a:fld id="{2949EE48-1E09-4EBB-9033-461EB7DBBD70}" type="datetimeFigureOut">
              <a:rPr lang="en-US" smtClean="0"/>
              <a:t>1/25/2026</a:t>
            </a:fld>
            <a:endParaRPr lang="en-US" dirty="0"/>
          </a:p>
        </p:txBody>
      </p:sp>
      <p:sp>
        <p:nvSpPr>
          <p:cNvPr id="5" name="Footer Placeholder 4">
            <a:extLst>
              <a:ext uri="{FF2B5EF4-FFF2-40B4-BE49-F238E27FC236}">
                <a16:creationId xmlns:a16="http://schemas.microsoft.com/office/drawing/2014/main" id="{0A5340BD-3BD7-4351-4083-61826D57E38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79F6B22-1BE7-7661-FF14-966C192366E9}"/>
              </a:ext>
            </a:extLst>
          </p:cNvPr>
          <p:cNvSpPr>
            <a:spLocks noGrp="1"/>
          </p:cNvSpPr>
          <p:nvPr>
            <p:ph type="sldNum" sz="quarter" idx="12"/>
          </p:nvPr>
        </p:nvSpPr>
        <p:spPr/>
        <p:txBody>
          <a:bodyPr/>
          <a:lstStyle/>
          <a:p>
            <a:fld id="{8DC0DD06-14EF-480B-AB05-2780E2CE1435}" type="slidenum">
              <a:rPr lang="en-US" smtClean="0"/>
              <a:t>‹#›</a:t>
            </a:fld>
            <a:endParaRPr lang="en-US" dirty="0"/>
          </a:p>
        </p:txBody>
      </p:sp>
    </p:spTree>
    <p:extLst>
      <p:ext uri="{BB962C8B-B14F-4D97-AF65-F5344CB8AC3E}">
        <p14:creationId xmlns:p14="http://schemas.microsoft.com/office/powerpoint/2010/main" val="15482728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676951F-F8B5-FA1E-1C18-31015D95193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3742D48-AB77-3691-3F2A-24007CD9B36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2F4EE0-A01A-EE7C-EB59-9124F7C7E452}"/>
              </a:ext>
            </a:extLst>
          </p:cNvPr>
          <p:cNvSpPr>
            <a:spLocks noGrp="1"/>
          </p:cNvSpPr>
          <p:nvPr>
            <p:ph type="dt" sz="half" idx="10"/>
          </p:nvPr>
        </p:nvSpPr>
        <p:spPr/>
        <p:txBody>
          <a:bodyPr/>
          <a:lstStyle/>
          <a:p>
            <a:fld id="{2949EE48-1E09-4EBB-9033-461EB7DBBD70}" type="datetimeFigureOut">
              <a:rPr lang="en-US" smtClean="0"/>
              <a:t>1/25/2026</a:t>
            </a:fld>
            <a:endParaRPr lang="en-US" dirty="0"/>
          </a:p>
        </p:txBody>
      </p:sp>
      <p:sp>
        <p:nvSpPr>
          <p:cNvPr id="5" name="Footer Placeholder 4">
            <a:extLst>
              <a:ext uri="{FF2B5EF4-FFF2-40B4-BE49-F238E27FC236}">
                <a16:creationId xmlns:a16="http://schemas.microsoft.com/office/drawing/2014/main" id="{9AC106A4-E7D8-8C20-41E2-2073A6BAC84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6239642-3652-4C1B-FEBD-327A6722D88E}"/>
              </a:ext>
            </a:extLst>
          </p:cNvPr>
          <p:cNvSpPr>
            <a:spLocks noGrp="1"/>
          </p:cNvSpPr>
          <p:nvPr>
            <p:ph type="sldNum" sz="quarter" idx="12"/>
          </p:nvPr>
        </p:nvSpPr>
        <p:spPr/>
        <p:txBody>
          <a:bodyPr/>
          <a:lstStyle/>
          <a:p>
            <a:fld id="{8DC0DD06-14EF-480B-AB05-2780E2CE1435}" type="slidenum">
              <a:rPr lang="en-US" smtClean="0"/>
              <a:t>‹#›</a:t>
            </a:fld>
            <a:endParaRPr lang="en-US" dirty="0"/>
          </a:p>
        </p:txBody>
      </p:sp>
    </p:spTree>
    <p:extLst>
      <p:ext uri="{BB962C8B-B14F-4D97-AF65-F5344CB8AC3E}">
        <p14:creationId xmlns:p14="http://schemas.microsoft.com/office/powerpoint/2010/main" val="42421981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E373B9F-B83B-33D5-196A-C6831E08AA2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BCF82F3-66D4-8295-65F5-9D511BA8FB4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CD70E0-808D-2CBE-408E-EA31315867D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949EE48-1E09-4EBB-9033-461EB7DBBD70}" type="datetimeFigureOut">
              <a:rPr lang="en-US" smtClean="0"/>
              <a:t>1/25/2026</a:t>
            </a:fld>
            <a:endParaRPr lang="en-US" dirty="0"/>
          </a:p>
        </p:txBody>
      </p:sp>
      <p:sp>
        <p:nvSpPr>
          <p:cNvPr id="5" name="Footer Placeholder 4">
            <a:extLst>
              <a:ext uri="{FF2B5EF4-FFF2-40B4-BE49-F238E27FC236}">
                <a16:creationId xmlns:a16="http://schemas.microsoft.com/office/drawing/2014/main" id="{69D2A200-7A18-88BB-11D9-83C28DE653F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4B12941C-4853-FCEE-B37B-A45A405362F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DC0DD06-14EF-480B-AB05-2780E2CE1435}" type="slidenum">
              <a:rPr lang="en-US" smtClean="0"/>
              <a:t>‹#›</a:t>
            </a:fld>
            <a:endParaRPr lang="en-US" dirty="0"/>
          </a:p>
        </p:txBody>
      </p:sp>
    </p:spTree>
    <p:extLst>
      <p:ext uri="{BB962C8B-B14F-4D97-AF65-F5344CB8AC3E}">
        <p14:creationId xmlns:p14="http://schemas.microsoft.com/office/powerpoint/2010/main" val="9185327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github.com/cashannon/cashannnon.github.io" TargetMode="External"/><Relationship Id="rId3" Type="http://schemas.openxmlformats.org/officeDocument/2006/relationships/slide" Target="slide4.xml"/><Relationship Id="rId7" Type="http://schemas.openxmlformats.org/officeDocument/2006/relationships/hyperlink" Target="https://www.linkedin.com/in/christian-shannon-6a5806138/" TargetMode="External"/><Relationship Id="rId2" Type="http://schemas.openxmlformats.org/officeDocument/2006/relationships/slide" Target="slide2.xml"/><Relationship Id="rId1" Type="http://schemas.openxmlformats.org/officeDocument/2006/relationships/slideLayout" Target="../slideLayouts/slideLayout1.xml"/><Relationship Id="rId6" Type="http://schemas.openxmlformats.org/officeDocument/2006/relationships/hyperlink" Target="https://github.com/cashannon/cashannnon.github.io/blob/main/site/files/Christian%20Shannon%20Resume%202026.pdf" TargetMode="External"/><Relationship Id="rId5" Type="http://schemas.openxmlformats.org/officeDocument/2006/relationships/slide" Target="slide3.xml"/><Relationship Id="rId10" Type="http://schemas.openxmlformats.org/officeDocument/2006/relationships/hyperlink" Target="https://github.com/cashannon/cashannnon.github.io/blob/main/site/index.md#welcome" TargetMode="External"/><Relationship Id="rId4" Type="http://schemas.openxmlformats.org/officeDocument/2006/relationships/slide" Target="slide1.xml"/><Relationship Id="rId9" Type="http://schemas.openxmlformats.org/officeDocument/2006/relationships/hyperlink" Target="mailto:cashannon@my365.bellevue.edu" TargetMode="External"/></Relationships>
</file>

<file path=ppt/slides/_rels/slide2.xml.rels><?xml version="1.0" encoding="UTF-8" standalone="yes"?>
<Relationships xmlns="http://schemas.openxmlformats.org/package/2006/relationships"><Relationship Id="rId8" Type="http://schemas.openxmlformats.org/officeDocument/2006/relationships/hyperlink" Target="mailto:cashannon@my365.bellevue.edu" TargetMode="External"/><Relationship Id="rId3" Type="http://schemas.openxmlformats.org/officeDocument/2006/relationships/slide" Target="slide4.xml"/><Relationship Id="rId7" Type="http://schemas.openxmlformats.org/officeDocument/2006/relationships/hyperlink" Target="https://github.com/cashannon/cashannnon.github.io" TargetMode="External"/><Relationship Id="rId2" Type="http://schemas.openxmlformats.org/officeDocument/2006/relationships/slide" Target="slide2.xml"/><Relationship Id="rId1" Type="http://schemas.openxmlformats.org/officeDocument/2006/relationships/slideLayout" Target="../slideLayouts/slideLayout2.xml"/><Relationship Id="rId6" Type="http://schemas.openxmlformats.org/officeDocument/2006/relationships/hyperlink" Target="https://www.linkedin.com/in/christian-shannon-6a5806138/" TargetMode="External"/><Relationship Id="rId5" Type="http://schemas.openxmlformats.org/officeDocument/2006/relationships/slide" Target="slide3.xml"/><Relationship Id="rId4" Type="http://schemas.openxmlformats.org/officeDocument/2006/relationships/slide" Target="slide1.xml"/><Relationship Id="rId9" Type="http://schemas.openxmlformats.org/officeDocument/2006/relationships/hyperlink" Target="https://github.com/cashannon/cashannnon.github.io/blob/main/site/index.md#welcome" TargetMode="External"/></Relationships>
</file>

<file path=ppt/slides/_rels/slide3.xml.rels><?xml version="1.0" encoding="UTF-8" standalone="yes"?>
<Relationships xmlns="http://schemas.openxmlformats.org/package/2006/relationships"><Relationship Id="rId8" Type="http://schemas.openxmlformats.org/officeDocument/2006/relationships/hyperlink" Target="https://github.com/cashannon/cashannnon.github.io" TargetMode="External"/><Relationship Id="rId3" Type="http://schemas.openxmlformats.org/officeDocument/2006/relationships/slide" Target="slide4.xml"/><Relationship Id="rId7" Type="http://schemas.openxmlformats.org/officeDocument/2006/relationships/hyperlink" Target="https://www.linkedin.com/in/christian-shannon-6a5806138/" TargetMode="External"/><Relationship Id="rId2" Type="http://schemas.openxmlformats.org/officeDocument/2006/relationships/slide" Target="slide2.xml"/><Relationship Id="rId1" Type="http://schemas.openxmlformats.org/officeDocument/2006/relationships/slideLayout" Target="../slideLayouts/slideLayout2.xml"/><Relationship Id="rId6" Type="http://schemas.openxmlformats.org/officeDocument/2006/relationships/hyperlink" Target="https://github.com/cashannon/cashannnon.github.io/blob/main/site/projects" TargetMode="External"/><Relationship Id="rId5" Type="http://schemas.openxmlformats.org/officeDocument/2006/relationships/slide" Target="slide3.xml"/><Relationship Id="rId10" Type="http://schemas.openxmlformats.org/officeDocument/2006/relationships/hyperlink" Target="https://github.com/cashannon/cashannnon.github.io/blob/main/site/index.md#welcome" TargetMode="External"/><Relationship Id="rId4" Type="http://schemas.openxmlformats.org/officeDocument/2006/relationships/slide" Target="slide1.xml"/><Relationship Id="rId9" Type="http://schemas.openxmlformats.org/officeDocument/2006/relationships/hyperlink" Target="mailto:cashannon@my365.bellevue.edu" TargetMode="External"/></Relationships>
</file>

<file path=ppt/slides/_rels/slide4.xml.rels><?xml version="1.0" encoding="UTF-8" standalone="yes"?>
<Relationships xmlns="http://schemas.openxmlformats.org/package/2006/relationships"><Relationship Id="rId8" Type="http://schemas.openxmlformats.org/officeDocument/2006/relationships/slide" Target="slide1.xml"/><Relationship Id="rId3" Type="http://schemas.openxmlformats.org/officeDocument/2006/relationships/hyperlink" Target="https://github.com/cashannon" TargetMode="External"/><Relationship Id="rId7" Type="http://schemas.openxmlformats.org/officeDocument/2006/relationships/slide" Target="slide4.xml"/><Relationship Id="rId2" Type="http://schemas.openxmlformats.org/officeDocument/2006/relationships/hyperlink" Target="mailto:cashannon@my365.bellevue.edu" TargetMode="External"/><Relationship Id="rId1" Type="http://schemas.openxmlformats.org/officeDocument/2006/relationships/slideLayout" Target="../slideLayouts/slideLayout2.xml"/><Relationship Id="rId6" Type="http://schemas.openxmlformats.org/officeDocument/2006/relationships/slide" Target="slide2.xml"/><Relationship Id="rId5" Type="http://schemas.openxmlformats.org/officeDocument/2006/relationships/hyperlink" Target="https://www.linkedin.com/in/christian-shannon-6a5806138/" TargetMode="External"/><Relationship Id="rId10" Type="http://schemas.openxmlformats.org/officeDocument/2006/relationships/hyperlink" Target="https://github.com/cashannon/cashannnon.github.io/blob/main/site/index.md#welcome" TargetMode="External"/><Relationship Id="rId4" Type="http://schemas.openxmlformats.org/officeDocument/2006/relationships/hyperlink" Target="https://github.com/cashannon/cashannnon.github.io" TargetMode="External"/><Relationship Id="rId9" Type="http://schemas.openxmlformats.org/officeDocument/2006/relationships/slide" Target="slide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5F879AC3-D4CE-493C-ADC7-06205677F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0"/>
              <a:solidFill>
                <a:schemeClr val="accent1"/>
              </a:solidFill>
              <a:effectLst>
                <a:outerShdw blurRad="38100" dist="25400" dir="5400000" algn="ctr" rotWithShape="0">
                  <a:srgbClr val="6E747A">
                    <a:alpha val="43000"/>
                  </a:srgbClr>
                </a:outerShdw>
              </a:effectLst>
            </a:endParaRPr>
          </a:p>
        </p:txBody>
      </p:sp>
      <p:sp>
        <p:nvSpPr>
          <p:cNvPr id="73" name="Freeform: Shape 72">
            <a:extLst>
              <a:ext uri="{FF2B5EF4-FFF2-40B4-BE49-F238E27FC236}">
                <a16:creationId xmlns:a16="http://schemas.microsoft.com/office/drawing/2014/main" id="{736F0DFD-0954-464F-BF12-DD2E6F6E03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983504" cy="6858000"/>
          </a:xfrm>
          <a:custGeom>
            <a:avLst/>
            <a:gdLst>
              <a:gd name="connsiteX0" fmla="*/ 0 w 1983504"/>
              <a:gd name="connsiteY0" fmla="*/ 0 h 6858000"/>
              <a:gd name="connsiteX1" fmla="*/ 1376658 w 1983504"/>
              <a:gd name="connsiteY1" fmla="*/ 0 h 6858000"/>
              <a:gd name="connsiteX2" fmla="*/ 1690650 w 1983504"/>
              <a:gd name="connsiteY2" fmla="*/ 110269 h 6858000"/>
              <a:gd name="connsiteX3" fmla="*/ 1645361 w 1983504"/>
              <a:gd name="connsiteY3" fmla="*/ 135168 h 6858000"/>
              <a:gd name="connsiteX4" fmla="*/ 1373640 w 1983504"/>
              <a:gd name="connsiteY4" fmla="*/ 71141 h 6858000"/>
              <a:gd name="connsiteX5" fmla="*/ 1319295 w 1983504"/>
              <a:gd name="connsiteY5" fmla="*/ 88927 h 6858000"/>
              <a:gd name="connsiteX6" fmla="*/ 1346468 w 1983504"/>
              <a:gd name="connsiteY6" fmla="*/ 163625 h 6858000"/>
              <a:gd name="connsiteX7" fmla="*/ 1464213 w 1983504"/>
              <a:gd name="connsiteY7" fmla="*/ 192082 h 6858000"/>
              <a:gd name="connsiteX8" fmla="*/ 1648381 w 1983504"/>
              <a:gd name="connsiteY8" fmla="*/ 373491 h 6858000"/>
              <a:gd name="connsiteX9" fmla="*/ 1370620 w 1983504"/>
              <a:gd name="connsiteY9" fmla="*/ 352148 h 6858000"/>
              <a:gd name="connsiteX10" fmla="*/ 1322314 w 1983504"/>
              <a:gd name="connsiteY10" fmla="*/ 394834 h 6858000"/>
              <a:gd name="connsiteX11" fmla="*/ 1304199 w 1983504"/>
              <a:gd name="connsiteY11" fmla="*/ 451747 h 6858000"/>
              <a:gd name="connsiteX12" fmla="*/ 1222682 w 1983504"/>
              <a:gd name="connsiteY12" fmla="*/ 359262 h 6858000"/>
              <a:gd name="connsiteX13" fmla="*/ 1153242 w 1983504"/>
              <a:gd name="connsiteY13" fmla="*/ 334364 h 6858000"/>
              <a:gd name="connsiteX14" fmla="*/ 1132108 w 1983504"/>
              <a:gd name="connsiteY14" fmla="*/ 416176 h 6858000"/>
              <a:gd name="connsiteX15" fmla="*/ 1195509 w 1983504"/>
              <a:gd name="connsiteY15" fmla="*/ 505101 h 6858000"/>
              <a:gd name="connsiteX16" fmla="*/ 1364582 w 1983504"/>
              <a:gd name="connsiteY16" fmla="*/ 558458 h 6858000"/>
              <a:gd name="connsiteX17" fmla="*/ 1183434 w 1983504"/>
              <a:gd name="connsiteY17" fmla="*/ 558458 h 6858000"/>
              <a:gd name="connsiteX18" fmla="*/ 975114 w 1983504"/>
              <a:gd name="connsiteY18" fmla="*/ 522887 h 6858000"/>
              <a:gd name="connsiteX19" fmla="*/ 754716 w 1983504"/>
              <a:gd name="connsiteY19" fmla="*/ 533558 h 6858000"/>
              <a:gd name="connsiteX20" fmla="*/ 546395 w 1983504"/>
              <a:gd name="connsiteY20" fmla="*/ 462417 h 6858000"/>
              <a:gd name="connsiteX21" fmla="*/ 335056 w 1983504"/>
              <a:gd name="connsiteY21" fmla="*/ 465975 h 6858000"/>
              <a:gd name="connsiteX22" fmla="*/ 1270988 w 1983504"/>
              <a:gd name="connsiteY22" fmla="*/ 910606 h 6858000"/>
              <a:gd name="connsiteX23" fmla="*/ 1225701 w 1983504"/>
              <a:gd name="connsiteY23" fmla="*/ 921277 h 6858000"/>
              <a:gd name="connsiteX24" fmla="*/ 1165318 w 1983504"/>
              <a:gd name="connsiteY24" fmla="*/ 949734 h 6858000"/>
              <a:gd name="connsiteX25" fmla="*/ 1210606 w 1983504"/>
              <a:gd name="connsiteY25" fmla="*/ 1006647 h 6858000"/>
              <a:gd name="connsiteX26" fmla="*/ 1455156 w 1983504"/>
              <a:gd name="connsiteY26" fmla="*/ 1113358 h 6858000"/>
              <a:gd name="connsiteX27" fmla="*/ 1515538 w 1983504"/>
              <a:gd name="connsiteY27" fmla="*/ 1220069 h 6858000"/>
              <a:gd name="connsiteX28" fmla="*/ 1440060 w 1983504"/>
              <a:gd name="connsiteY28" fmla="*/ 1209399 h 6858000"/>
              <a:gd name="connsiteX29" fmla="*/ 1373640 w 1983504"/>
              <a:gd name="connsiteY29" fmla="*/ 1230741 h 6858000"/>
              <a:gd name="connsiteX30" fmla="*/ 1400810 w 1983504"/>
              <a:gd name="connsiteY30" fmla="*/ 1365909 h 6858000"/>
              <a:gd name="connsiteX31" fmla="*/ 1748012 w 1983504"/>
              <a:gd name="connsiteY31" fmla="*/ 1540204 h 6858000"/>
              <a:gd name="connsiteX32" fmla="*/ 1778203 w 1983504"/>
              <a:gd name="connsiteY32" fmla="*/ 1597117 h 6858000"/>
              <a:gd name="connsiteX33" fmla="*/ 1735936 w 1983504"/>
              <a:gd name="connsiteY33" fmla="*/ 1636245 h 6858000"/>
              <a:gd name="connsiteX34" fmla="*/ 1624228 w 1983504"/>
              <a:gd name="connsiteY34" fmla="*/ 1657587 h 6858000"/>
              <a:gd name="connsiteX35" fmla="*/ 1781223 w 1983504"/>
              <a:gd name="connsiteY35" fmla="*/ 1849668 h 6858000"/>
              <a:gd name="connsiteX36" fmla="*/ 1838587 w 1983504"/>
              <a:gd name="connsiteY36" fmla="*/ 1903025 h 6858000"/>
              <a:gd name="connsiteX37" fmla="*/ 1938218 w 1983504"/>
              <a:gd name="connsiteY37" fmla="*/ 1984836 h 6858000"/>
              <a:gd name="connsiteX38" fmla="*/ 1938218 w 1983504"/>
              <a:gd name="connsiteY38" fmla="*/ 2013292 h 6858000"/>
              <a:gd name="connsiteX39" fmla="*/ 1805376 w 1983504"/>
              <a:gd name="connsiteY39" fmla="*/ 2102219 h 6858000"/>
              <a:gd name="connsiteX40" fmla="*/ 1563844 w 1983504"/>
              <a:gd name="connsiteY40" fmla="*/ 2077320 h 6858000"/>
              <a:gd name="connsiteX41" fmla="*/ 1920104 w 1983504"/>
              <a:gd name="connsiteY41" fmla="*/ 2208931 h 6858000"/>
              <a:gd name="connsiteX42" fmla="*/ 766792 w 1983504"/>
              <a:gd name="connsiteY42" fmla="*/ 1892353 h 6858000"/>
              <a:gd name="connsiteX43" fmla="*/ 839252 w 1983504"/>
              <a:gd name="connsiteY43" fmla="*/ 1974165 h 6858000"/>
              <a:gd name="connsiteX44" fmla="*/ 1243816 w 1983504"/>
              <a:gd name="connsiteY44" fmla="*/ 2191146 h 6858000"/>
              <a:gd name="connsiteX45" fmla="*/ 1358543 w 1983504"/>
              <a:gd name="connsiteY45" fmla="*/ 2326314 h 6858000"/>
              <a:gd name="connsiteX46" fmla="*/ 1479310 w 1983504"/>
              <a:gd name="connsiteY46" fmla="*/ 2401012 h 6858000"/>
              <a:gd name="connsiteX47" fmla="*/ 1648381 w 1983504"/>
              <a:gd name="connsiteY47" fmla="*/ 2401012 h 6858000"/>
              <a:gd name="connsiteX48" fmla="*/ 1769146 w 1983504"/>
              <a:gd name="connsiteY48" fmla="*/ 2518395 h 6858000"/>
              <a:gd name="connsiteX49" fmla="*/ 1645361 w 1983504"/>
              <a:gd name="connsiteY49" fmla="*/ 2543294 h 6858000"/>
              <a:gd name="connsiteX50" fmla="*/ 1500444 w 1983504"/>
              <a:gd name="connsiteY50" fmla="*/ 2525509 h 6858000"/>
              <a:gd name="connsiteX51" fmla="*/ 1337410 w 1983504"/>
              <a:gd name="connsiteY51" fmla="*/ 2564636 h 6858000"/>
              <a:gd name="connsiteX52" fmla="*/ 1186452 w 1983504"/>
              <a:gd name="connsiteY52" fmla="*/ 2532623 h 6858000"/>
              <a:gd name="connsiteX53" fmla="*/ 1005304 w 1983504"/>
              <a:gd name="connsiteY53" fmla="*/ 2553965 h 6858000"/>
              <a:gd name="connsiteX54" fmla="*/ 947940 w 1983504"/>
              <a:gd name="connsiteY54" fmla="*/ 2692689 h 6858000"/>
              <a:gd name="connsiteX55" fmla="*/ 929826 w 1983504"/>
              <a:gd name="connsiteY55" fmla="*/ 2703362 h 6858000"/>
              <a:gd name="connsiteX56" fmla="*/ 594701 w 1983504"/>
              <a:gd name="connsiteY56" fmla="*/ 2923898 h 6858000"/>
              <a:gd name="connsiteX57" fmla="*/ 501108 w 1983504"/>
              <a:gd name="connsiteY57" fmla="*/ 2941684 h 6858000"/>
              <a:gd name="connsiteX58" fmla="*/ 1053610 w 1983504"/>
              <a:gd name="connsiteY58" fmla="*/ 3329402 h 6858000"/>
              <a:gd name="connsiteX59" fmla="*/ 682256 w 1983504"/>
              <a:gd name="connsiteY59" fmla="*/ 3229805 h 6858000"/>
              <a:gd name="connsiteX60" fmla="*/ 630932 w 1983504"/>
              <a:gd name="connsiteY60" fmla="*/ 3393429 h 6858000"/>
              <a:gd name="connsiteX61" fmla="*/ 806041 w 1983504"/>
              <a:gd name="connsiteY61" fmla="*/ 3539269 h 6858000"/>
              <a:gd name="connsiteX62" fmla="*/ 869444 w 1983504"/>
              <a:gd name="connsiteY62" fmla="*/ 3827390 h 6858000"/>
              <a:gd name="connsiteX63" fmla="*/ 839252 w 1983504"/>
              <a:gd name="connsiteY63" fmla="*/ 4090612 h 6858000"/>
              <a:gd name="connsiteX64" fmla="*/ 763774 w 1983504"/>
              <a:gd name="connsiteY64" fmla="*/ 4172424 h 6858000"/>
              <a:gd name="connsiteX65" fmla="*/ 655085 w 1983504"/>
              <a:gd name="connsiteY65" fmla="*/ 4321821 h 6858000"/>
              <a:gd name="connsiteX66" fmla="*/ 588662 w 1983504"/>
              <a:gd name="connsiteY66" fmla="*/ 4414305 h 6858000"/>
              <a:gd name="connsiteX67" fmla="*/ 356189 w 1983504"/>
              <a:gd name="connsiteY67" fmla="*/ 4378734 h 6858000"/>
              <a:gd name="connsiteX68" fmla="*/ 667160 w 1983504"/>
              <a:gd name="connsiteY68" fmla="*/ 4613499 h 6858000"/>
              <a:gd name="connsiteX69" fmla="*/ 416573 w 1983504"/>
              <a:gd name="connsiteY69" fmla="*/ 4585042 h 6858000"/>
              <a:gd name="connsiteX70" fmla="*/ 335056 w 1983504"/>
              <a:gd name="connsiteY70" fmla="*/ 4602828 h 6858000"/>
              <a:gd name="connsiteX71" fmla="*/ 380342 w 1983504"/>
              <a:gd name="connsiteY71" fmla="*/ 4677526 h 6858000"/>
              <a:gd name="connsiteX72" fmla="*/ 564510 w 1983504"/>
              <a:gd name="connsiteY72" fmla="*/ 4805580 h 6858000"/>
              <a:gd name="connsiteX73" fmla="*/ 944922 w 1983504"/>
              <a:gd name="connsiteY73" fmla="*/ 5154171 h 6858000"/>
              <a:gd name="connsiteX74" fmla="*/ 576586 w 1983504"/>
              <a:gd name="connsiteY74" fmla="*/ 4994104 h 6858000"/>
              <a:gd name="connsiteX75" fmla="*/ 963036 w 1983504"/>
              <a:gd name="connsiteY75" fmla="*/ 5353367 h 6858000"/>
              <a:gd name="connsiteX76" fmla="*/ 1047572 w 1983504"/>
              <a:gd name="connsiteY76" fmla="*/ 5474306 h 6858000"/>
              <a:gd name="connsiteX77" fmla="*/ 1222682 w 1983504"/>
              <a:gd name="connsiteY77" fmla="*/ 5769542 h 6858000"/>
              <a:gd name="connsiteX78" fmla="*/ 1213626 w 1983504"/>
              <a:gd name="connsiteY78" fmla="*/ 5801555 h 6858000"/>
              <a:gd name="connsiteX79" fmla="*/ 1014361 w 1983504"/>
              <a:gd name="connsiteY79" fmla="*/ 5755314 h 6858000"/>
              <a:gd name="connsiteX80" fmla="*/ 1274008 w 1983504"/>
              <a:gd name="connsiteY80" fmla="*/ 6004307 h 6858000"/>
              <a:gd name="connsiteX81" fmla="*/ 1542711 w 1983504"/>
              <a:gd name="connsiteY81" fmla="*/ 6196388 h 6858000"/>
              <a:gd name="connsiteX82" fmla="*/ 1352504 w 1983504"/>
              <a:gd name="connsiteY82" fmla="*/ 6167932 h 6858000"/>
              <a:gd name="connsiteX83" fmla="*/ 1089840 w 1983504"/>
              <a:gd name="connsiteY83" fmla="*/ 6057663 h 6858000"/>
              <a:gd name="connsiteX84" fmla="*/ 999266 w 1983504"/>
              <a:gd name="connsiteY84" fmla="*/ 6100347 h 6858000"/>
              <a:gd name="connsiteX85" fmla="*/ 1246836 w 1983504"/>
              <a:gd name="connsiteY85" fmla="*/ 6281757 h 6858000"/>
              <a:gd name="connsiteX86" fmla="*/ 1388735 w 1983504"/>
              <a:gd name="connsiteY86" fmla="*/ 6367127 h 6858000"/>
              <a:gd name="connsiteX87" fmla="*/ 1446099 w 1983504"/>
              <a:gd name="connsiteY87" fmla="*/ 6431153 h 6858000"/>
              <a:gd name="connsiteX88" fmla="*/ 1609132 w 1983504"/>
              <a:gd name="connsiteY88" fmla="*/ 6658805 h 6858000"/>
              <a:gd name="connsiteX89" fmla="*/ 1983504 w 1983504"/>
              <a:gd name="connsiteY89" fmla="*/ 6858000 h 6858000"/>
              <a:gd name="connsiteX90" fmla="*/ 0 w 1983504"/>
              <a:gd name="connsiteY9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1983504" h="6858000">
                <a:moveTo>
                  <a:pt x="0" y="0"/>
                </a:moveTo>
                <a:lnTo>
                  <a:pt x="1376658" y="0"/>
                </a:lnTo>
                <a:cubicBezTo>
                  <a:pt x="1482328" y="35571"/>
                  <a:pt x="1584980" y="78255"/>
                  <a:pt x="1690650" y="110269"/>
                </a:cubicBezTo>
                <a:cubicBezTo>
                  <a:pt x="1675553" y="145839"/>
                  <a:pt x="1660458" y="138725"/>
                  <a:pt x="1645361" y="135168"/>
                </a:cubicBezTo>
                <a:cubicBezTo>
                  <a:pt x="1554788" y="120941"/>
                  <a:pt x="1461194" y="110269"/>
                  <a:pt x="1373640" y="71141"/>
                </a:cubicBezTo>
                <a:cubicBezTo>
                  <a:pt x="1352504" y="64027"/>
                  <a:pt x="1328352" y="64027"/>
                  <a:pt x="1319295" y="88927"/>
                </a:cubicBezTo>
                <a:cubicBezTo>
                  <a:pt x="1304199" y="124497"/>
                  <a:pt x="1325332" y="145839"/>
                  <a:pt x="1346468" y="163625"/>
                </a:cubicBezTo>
                <a:cubicBezTo>
                  <a:pt x="1382696" y="195638"/>
                  <a:pt x="1424964" y="188525"/>
                  <a:pt x="1464213" y="192082"/>
                </a:cubicBezTo>
                <a:cubicBezTo>
                  <a:pt x="1572902" y="209867"/>
                  <a:pt x="1624228" y="259665"/>
                  <a:pt x="1648381" y="373491"/>
                </a:cubicBezTo>
                <a:cubicBezTo>
                  <a:pt x="1554788" y="327250"/>
                  <a:pt x="1461194" y="384162"/>
                  <a:pt x="1370620" y="352148"/>
                </a:cubicBezTo>
                <a:cubicBezTo>
                  <a:pt x="1346468" y="345034"/>
                  <a:pt x="1310237" y="355706"/>
                  <a:pt x="1322314" y="394834"/>
                </a:cubicBezTo>
                <a:cubicBezTo>
                  <a:pt x="1334390" y="430405"/>
                  <a:pt x="1373640" y="458860"/>
                  <a:pt x="1304199" y="451747"/>
                </a:cubicBezTo>
                <a:cubicBezTo>
                  <a:pt x="1252873" y="448189"/>
                  <a:pt x="1237778" y="405504"/>
                  <a:pt x="1222682" y="359262"/>
                </a:cubicBezTo>
                <a:cubicBezTo>
                  <a:pt x="1210606" y="334364"/>
                  <a:pt x="1177395" y="320135"/>
                  <a:pt x="1153242" y="334364"/>
                </a:cubicBezTo>
                <a:cubicBezTo>
                  <a:pt x="1123051" y="348592"/>
                  <a:pt x="1132108" y="387720"/>
                  <a:pt x="1132108" y="416176"/>
                </a:cubicBezTo>
                <a:cubicBezTo>
                  <a:pt x="1129088" y="469532"/>
                  <a:pt x="1153242" y="494431"/>
                  <a:pt x="1195509" y="505101"/>
                </a:cubicBezTo>
                <a:cubicBezTo>
                  <a:pt x="1246836" y="519330"/>
                  <a:pt x="1298160" y="537116"/>
                  <a:pt x="1364582" y="558458"/>
                </a:cubicBezTo>
                <a:cubicBezTo>
                  <a:pt x="1292122" y="594028"/>
                  <a:pt x="1237778" y="586915"/>
                  <a:pt x="1183434" y="558458"/>
                </a:cubicBezTo>
                <a:cubicBezTo>
                  <a:pt x="1117012" y="526444"/>
                  <a:pt x="1029458" y="483759"/>
                  <a:pt x="975114" y="522887"/>
                </a:cubicBezTo>
                <a:cubicBezTo>
                  <a:pt x="893597" y="579800"/>
                  <a:pt x="827176" y="544229"/>
                  <a:pt x="754716" y="533558"/>
                </a:cubicBezTo>
                <a:cubicBezTo>
                  <a:pt x="603758" y="512216"/>
                  <a:pt x="697352" y="480203"/>
                  <a:pt x="546395" y="462417"/>
                </a:cubicBezTo>
                <a:cubicBezTo>
                  <a:pt x="486012" y="455303"/>
                  <a:pt x="422610" y="426847"/>
                  <a:pt x="335056" y="465975"/>
                </a:cubicBezTo>
                <a:cubicBezTo>
                  <a:pt x="730563" y="672284"/>
                  <a:pt x="917750" y="658055"/>
                  <a:pt x="1270988" y="910606"/>
                </a:cubicBezTo>
                <a:cubicBezTo>
                  <a:pt x="1255893" y="935506"/>
                  <a:pt x="1240798" y="924835"/>
                  <a:pt x="1225701" y="921277"/>
                </a:cubicBezTo>
                <a:cubicBezTo>
                  <a:pt x="1201548" y="917720"/>
                  <a:pt x="1171356" y="903491"/>
                  <a:pt x="1165318" y="949734"/>
                </a:cubicBezTo>
                <a:cubicBezTo>
                  <a:pt x="1162298" y="985305"/>
                  <a:pt x="1180415" y="1003089"/>
                  <a:pt x="1210606" y="1006647"/>
                </a:cubicBezTo>
                <a:cubicBezTo>
                  <a:pt x="1298160" y="1020875"/>
                  <a:pt x="1376658" y="1070674"/>
                  <a:pt x="1455156" y="1113358"/>
                </a:cubicBezTo>
                <a:cubicBezTo>
                  <a:pt x="1491385" y="1131144"/>
                  <a:pt x="1530634" y="1156043"/>
                  <a:pt x="1515538" y="1220069"/>
                </a:cubicBezTo>
                <a:cubicBezTo>
                  <a:pt x="1485348" y="1237855"/>
                  <a:pt x="1464213" y="1212955"/>
                  <a:pt x="1440060" y="1209399"/>
                </a:cubicBezTo>
                <a:cubicBezTo>
                  <a:pt x="1415907" y="1205842"/>
                  <a:pt x="1358543" y="1220069"/>
                  <a:pt x="1373640" y="1230741"/>
                </a:cubicBezTo>
                <a:cubicBezTo>
                  <a:pt x="1443080" y="1269868"/>
                  <a:pt x="1316276" y="1365909"/>
                  <a:pt x="1400810" y="1365909"/>
                </a:cubicBezTo>
                <a:cubicBezTo>
                  <a:pt x="1539691" y="1365909"/>
                  <a:pt x="1615170" y="1536647"/>
                  <a:pt x="1748012" y="1540204"/>
                </a:cubicBezTo>
                <a:cubicBezTo>
                  <a:pt x="1769146" y="1540204"/>
                  <a:pt x="1778203" y="1572219"/>
                  <a:pt x="1778203" y="1597117"/>
                </a:cubicBezTo>
                <a:cubicBezTo>
                  <a:pt x="1778203" y="1629132"/>
                  <a:pt x="1757070" y="1632688"/>
                  <a:pt x="1735936" y="1636245"/>
                </a:cubicBezTo>
                <a:cubicBezTo>
                  <a:pt x="1702725" y="1639802"/>
                  <a:pt x="1666496" y="1597117"/>
                  <a:pt x="1624228" y="1657587"/>
                </a:cubicBezTo>
                <a:cubicBezTo>
                  <a:pt x="1702725" y="1693158"/>
                  <a:pt x="1784242" y="1728729"/>
                  <a:pt x="1781223" y="1849668"/>
                </a:cubicBezTo>
                <a:cubicBezTo>
                  <a:pt x="1781223" y="1881683"/>
                  <a:pt x="1814434" y="1895910"/>
                  <a:pt x="1838587" y="1903025"/>
                </a:cubicBezTo>
                <a:cubicBezTo>
                  <a:pt x="1880854" y="1917252"/>
                  <a:pt x="1914065" y="1938595"/>
                  <a:pt x="1938218" y="1984836"/>
                </a:cubicBezTo>
                <a:cubicBezTo>
                  <a:pt x="1938218" y="1995507"/>
                  <a:pt x="1938218" y="2002622"/>
                  <a:pt x="1938218" y="2013292"/>
                </a:cubicBezTo>
                <a:cubicBezTo>
                  <a:pt x="1932180" y="2123562"/>
                  <a:pt x="1871798" y="2120004"/>
                  <a:pt x="1805376" y="2102219"/>
                </a:cubicBezTo>
                <a:cubicBezTo>
                  <a:pt x="1726878" y="2080877"/>
                  <a:pt x="1648381" y="2038192"/>
                  <a:pt x="1563844" y="2077320"/>
                </a:cubicBezTo>
                <a:cubicBezTo>
                  <a:pt x="1681592" y="2130676"/>
                  <a:pt x="1811414" y="2134233"/>
                  <a:pt x="1920104" y="2208931"/>
                </a:cubicBezTo>
                <a:cubicBezTo>
                  <a:pt x="1515538" y="2223159"/>
                  <a:pt x="1159280" y="1984836"/>
                  <a:pt x="766792" y="1892353"/>
                </a:cubicBezTo>
                <a:cubicBezTo>
                  <a:pt x="778869" y="1952823"/>
                  <a:pt x="812080" y="1967051"/>
                  <a:pt x="839252" y="1974165"/>
                </a:cubicBezTo>
                <a:cubicBezTo>
                  <a:pt x="984170" y="2020407"/>
                  <a:pt x="1110974" y="2112891"/>
                  <a:pt x="1243816" y="2191146"/>
                </a:cubicBezTo>
                <a:cubicBezTo>
                  <a:pt x="1298160" y="2223159"/>
                  <a:pt x="1337410" y="2258731"/>
                  <a:pt x="1358543" y="2326314"/>
                </a:cubicBezTo>
                <a:cubicBezTo>
                  <a:pt x="1376658" y="2390340"/>
                  <a:pt x="1412888" y="2418796"/>
                  <a:pt x="1479310" y="2401012"/>
                </a:cubicBezTo>
                <a:cubicBezTo>
                  <a:pt x="1533654" y="2386784"/>
                  <a:pt x="1591018" y="2393898"/>
                  <a:pt x="1648381" y="2401012"/>
                </a:cubicBezTo>
                <a:cubicBezTo>
                  <a:pt x="1711782" y="2408126"/>
                  <a:pt x="1784242" y="2479267"/>
                  <a:pt x="1769146" y="2518395"/>
                </a:cubicBezTo>
                <a:cubicBezTo>
                  <a:pt x="1738956" y="2582422"/>
                  <a:pt x="1687630" y="2550408"/>
                  <a:pt x="1645361" y="2543294"/>
                </a:cubicBezTo>
                <a:cubicBezTo>
                  <a:pt x="1594036" y="2536181"/>
                  <a:pt x="1500444" y="2518395"/>
                  <a:pt x="1500444" y="2525509"/>
                </a:cubicBezTo>
                <a:cubicBezTo>
                  <a:pt x="1467232" y="2685576"/>
                  <a:pt x="1391754" y="2564636"/>
                  <a:pt x="1337410" y="2564636"/>
                </a:cubicBezTo>
                <a:cubicBezTo>
                  <a:pt x="1286084" y="2564636"/>
                  <a:pt x="1234759" y="2546851"/>
                  <a:pt x="1186452" y="2532623"/>
                </a:cubicBezTo>
                <a:cubicBezTo>
                  <a:pt x="1123051" y="2514837"/>
                  <a:pt x="1065688" y="2546851"/>
                  <a:pt x="1005304" y="2553965"/>
                </a:cubicBezTo>
                <a:cubicBezTo>
                  <a:pt x="950960" y="2561080"/>
                  <a:pt x="981150" y="2653563"/>
                  <a:pt x="947940" y="2692689"/>
                </a:cubicBezTo>
                <a:cubicBezTo>
                  <a:pt x="941903" y="2703362"/>
                  <a:pt x="935864" y="2703362"/>
                  <a:pt x="929826" y="2703362"/>
                </a:cubicBezTo>
                <a:cubicBezTo>
                  <a:pt x="911711" y="2980812"/>
                  <a:pt x="594701" y="2913227"/>
                  <a:pt x="594701" y="2923898"/>
                </a:cubicBezTo>
                <a:cubicBezTo>
                  <a:pt x="567529" y="2941684"/>
                  <a:pt x="534318" y="2899000"/>
                  <a:pt x="501108" y="2941684"/>
                </a:cubicBezTo>
                <a:cubicBezTo>
                  <a:pt x="643007" y="3137322"/>
                  <a:pt x="860386" y="3183563"/>
                  <a:pt x="1053610" y="3329402"/>
                </a:cubicBezTo>
                <a:cubicBezTo>
                  <a:pt x="893597" y="3379202"/>
                  <a:pt x="800002" y="3208463"/>
                  <a:pt x="682256" y="3229805"/>
                </a:cubicBezTo>
                <a:cubicBezTo>
                  <a:pt x="624893" y="3283162"/>
                  <a:pt x="796984" y="3368530"/>
                  <a:pt x="630932" y="3393429"/>
                </a:cubicBezTo>
                <a:cubicBezTo>
                  <a:pt x="703390" y="3439672"/>
                  <a:pt x="754716" y="3485914"/>
                  <a:pt x="806041" y="3539269"/>
                </a:cubicBezTo>
                <a:cubicBezTo>
                  <a:pt x="893597" y="3635309"/>
                  <a:pt x="911711" y="3699337"/>
                  <a:pt x="869444" y="3827390"/>
                </a:cubicBezTo>
                <a:cubicBezTo>
                  <a:pt x="842270" y="3912759"/>
                  <a:pt x="803022" y="3991015"/>
                  <a:pt x="839252" y="4090612"/>
                </a:cubicBezTo>
                <a:cubicBezTo>
                  <a:pt x="863405" y="4158196"/>
                  <a:pt x="854347" y="4204438"/>
                  <a:pt x="763774" y="4172424"/>
                </a:cubicBezTo>
                <a:cubicBezTo>
                  <a:pt x="667160" y="4140411"/>
                  <a:pt x="630932" y="4200882"/>
                  <a:pt x="655085" y="4321821"/>
                </a:cubicBezTo>
                <a:cubicBezTo>
                  <a:pt x="670179" y="4400076"/>
                  <a:pt x="655085" y="4424975"/>
                  <a:pt x="588662" y="4414305"/>
                </a:cubicBezTo>
                <a:cubicBezTo>
                  <a:pt x="516204" y="4403633"/>
                  <a:pt x="446764" y="4353835"/>
                  <a:pt x="356189" y="4378734"/>
                </a:cubicBezTo>
                <a:cubicBezTo>
                  <a:pt x="428648" y="4521016"/>
                  <a:pt x="582626" y="4478331"/>
                  <a:pt x="667160" y="4613499"/>
                </a:cubicBezTo>
                <a:cubicBezTo>
                  <a:pt x="567529" y="4613499"/>
                  <a:pt x="489031" y="4613499"/>
                  <a:pt x="416573" y="4585042"/>
                </a:cubicBezTo>
                <a:cubicBezTo>
                  <a:pt x="386381" y="4574373"/>
                  <a:pt x="353170" y="4560144"/>
                  <a:pt x="335056" y="4602828"/>
                </a:cubicBezTo>
                <a:cubicBezTo>
                  <a:pt x="313920" y="4652628"/>
                  <a:pt x="356189" y="4670412"/>
                  <a:pt x="380342" y="4677526"/>
                </a:cubicBezTo>
                <a:cubicBezTo>
                  <a:pt x="449784" y="4702425"/>
                  <a:pt x="504126" y="4759339"/>
                  <a:pt x="564510" y="4805580"/>
                </a:cubicBezTo>
                <a:cubicBezTo>
                  <a:pt x="694332" y="4905177"/>
                  <a:pt x="836233" y="4990547"/>
                  <a:pt x="944922" y="5154171"/>
                </a:cubicBezTo>
                <a:cubicBezTo>
                  <a:pt x="809060" y="5111487"/>
                  <a:pt x="706410" y="5011889"/>
                  <a:pt x="576586" y="4994104"/>
                </a:cubicBezTo>
                <a:cubicBezTo>
                  <a:pt x="688296" y="5143500"/>
                  <a:pt x="830194" y="5243097"/>
                  <a:pt x="963036" y="5353367"/>
                </a:cubicBezTo>
                <a:cubicBezTo>
                  <a:pt x="1002286" y="5385379"/>
                  <a:pt x="1041534" y="5406721"/>
                  <a:pt x="1047572" y="5474306"/>
                </a:cubicBezTo>
                <a:cubicBezTo>
                  <a:pt x="1065688" y="5605917"/>
                  <a:pt x="1113992" y="5712629"/>
                  <a:pt x="1222682" y="5769542"/>
                </a:cubicBezTo>
                <a:cubicBezTo>
                  <a:pt x="1222682" y="5769542"/>
                  <a:pt x="1216644" y="5790884"/>
                  <a:pt x="1213626" y="5801555"/>
                </a:cubicBezTo>
                <a:cubicBezTo>
                  <a:pt x="1147203" y="5805112"/>
                  <a:pt x="1095878" y="5726858"/>
                  <a:pt x="1014361" y="5755314"/>
                </a:cubicBezTo>
                <a:cubicBezTo>
                  <a:pt x="1095878" y="5862025"/>
                  <a:pt x="1162298" y="5954508"/>
                  <a:pt x="1274008" y="6004307"/>
                </a:cubicBezTo>
                <a:cubicBezTo>
                  <a:pt x="1364582" y="6043434"/>
                  <a:pt x="1476290" y="6068335"/>
                  <a:pt x="1542711" y="6196388"/>
                </a:cubicBezTo>
                <a:cubicBezTo>
                  <a:pt x="1467232" y="6221287"/>
                  <a:pt x="1409868" y="6189274"/>
                  <a:pt x="1352504" y="6167932"/>
                </a:cubicBezTo>
                <a:cubicBezTo>
                  <a:pt x="1264950" y="6132361"/>
                  <a:pt x="1177395" y="6093234"/>
                  <a:pt x="1089840" y="6057663"/>
                </a:cubicBezTo>
                <a:cubicBezTo>
                  <a:pt x="1056628" y="6043434"/>
                  <a:pt x="1020400" y="6036320"/>
                  <a:pt x="999266" y="6100347"/>
                </a:cubicBezTo>
                <a:cubicBezTo>
                  <a:pt x="1110974" y="6114575"/>
                  <a:pt x="1177395" y="6199945"/>
                  <a:pt x="1246836" y="6281757"/>
                </a:cubicBezTo>
                <a:cubicBezTo>
                  <a:pt x="1286084" y="6327999"/>
                  <a:pt x="1319295" y="6388469"/>
                  <a:pt x="1388735" y="6367127"/>
                </a:cubicBezTo>
                <a:cubicBezTo>
                  <a:pt x="1424964" y="6356456"/>
                  <a:pt x="1449118" y="6388469"/>
                  <a:pt x="1446099" y="6431153"/>
                </a:cubicBezTo>
                <a:cubicBezTo>
                  <a:pt x="1431002" y="6580550"/>
                  <a:pt x="1518558" y="6630349"/>
                  <a:pt x="1609132" y="6658805"/>
                </a:cubicBezTo>
                <a:cubicBezTo>
                  <a:pt x="1741974" y="6701489"/>
                  <a:pt x="1859720" y="6786859"/>
                  <a:pt x="1983504" y="6858000"/>
                </a:cubicBezTo>
                <a:lnTo>
                  <a:pt x="0" y="6858000"/>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dirty="0"/>
          </a:p>
        </p:txBody>
      </p:sp>
      <p:grpSp>
        <p:nvGrpSpPr>
          <p:cNvPr id="7" name="Group 6">
            <a:extLst>
              <a:ext uri="{FF2B5EF4-FFF2-40B4-BE49-F238E27FC236}">
                <a16:creationId xmlns:a16="http://schemas.microsoft.com/office/drawing/2014/main" id="{6FB8F535-6CA4-8923-9F5E-ADEB1B0DBF01}"/>
              </a:ext>
            </a:extLst>
          </p:cNvPr>
          <p:cNvGrpSpPr/>
          <p:nvPr/>
        </p:nvGrpSpPr>
        <p:grpSpPr>
          <a:xfrm>
            <a:off x="7165825" y="1496852"/>
            <a:ext cx="3943026" cy="3771962"/>
            <a:chOff x="1417701" y="792480"/>
            <a:chExt cx="4391025" cy="4200525"/>
          </a:xfrm>
        </p:grpSpPr>
        <p:sp>
          <p:nvSpPr>
            <p:cNvPr id="4" name="Oval 3">
              <a:extLst>
                <a:ext uri="{FF2B5EF4-FFF2-40B4-BE49-F238E27FC236}">
                  <a16:creationId xmlns:a16="http://schemas.microsoft.com/office/drawing/2014/main" id="{33C47CCA-4529-EF5E-FEC0-90D5F48426E2}"/>
                </a:ext>
              </a:extLst>
            </p:cNvPr>
            <p:cNvSpPr/>
            <p:nvPr/>
          </p:nvSpPr>
          <p:spPr>
            <a:xfrm>
              <a:off x="1417701" y="792480"/>
              <a:ext cx="4391025" cy="4200525"/>
            </a:xfrm>
            <a:prstGeom prst="ellipse">
              <a:avLst/>
            </a:prstGeom>
            <a:solidFill>
              <a:srgbClr val="0091A0"/>
            </a:solid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C78794B7-200D-775F-01F9-B345C59B9392}"/>
                </a:ext>
              </a:extLst>
            </p:cNvPr>
            <p:cNvSpPr txBox="1"/>
            <p:nvPr/>
          </p:nvSpPr>
          <p:spPr>
            <a:xfrm>
              <a:off x="1856232" y="2743200"/>
              <a:ext cx="3547872" cy="369332"/>
            </a:xfrm>
            <a:prstGeom prst="rect">
              <a:avLst/>
            </a:prstGeom>
            <a:noFill/>
            <a:ln w="28575">
              <a:noFill/>
            </a:ln>
          </p:spPr>
          <p:txBody>
            <a:bodyPr wrap="square" rtlCol="0">
              <a:spAutoFit/>
            </a:bodyPr>
            <a:lstStyle/>
            <a:p>
              <a:pPr algn="ctr" defTabSz="813816">
                <a:spcAft>
                  <a:spcPts val="600"/>
                </a:spcAft>
              </a:pPr>
              <a:r>
                <a:rPr lang="en-US" sz="1602" b="1" kern="1200" dirty="0">
                  <a:solidFill>
                    <a:schemeClr val="bg1"/>
                  </a:solidFill>
                  <a:latin typeface="+mn-lt"/>
                  <a:ea typeface="+mn-ea"/>
                  <a:cs typeface="+mn-cs"/>
                </a:rPr>
                <a:t>&lt;Professional Profile Picture&gt;</a:t>
              </a:r>
              <a:endParaRPr lang="en-US" b="1" dirty="0">
                <a:solidFill>
                  <a:schemeClr val="bg1"/>
                </a:solidFill>
              </a:endParaRPr>
            </a:p>
          </p:txBody>
        </p:sp>
      </p:grpSp>
      <p:grpSp>
        <p:nvGrpSpPr>
          <p:cNvPr id="89" name="Group 88">
            <a:extLst>
              <a:ext uri="{FF2B5EF4-FFF2-40B4-BE49-F238E27FC236}">
                <a16:creationId xmlns:a16="http://schemas.microsoft.com/office/drawing/2014/main" id="{BF326A77-0693-74DD-4032-EAB6CFF91935}"/>
              </a:ext>
            </a:extLst>
          </p:cNvPr>
          <p:cNvGrpSpPr/>
          <p:nvPr/>
        </p:nvGrpSpPr>
        <p:grpSpPr>
          <a:xfrm>
            <a:off x="2493264" y="274320"/>
            <a:ext cx="7205472" cy="373054"/>
            <a:chOff x="3393948" y="274320"/>
            <a:chExt cx="7205472" cy="373054"/>
          </a:xfrm>
        </p:grpSpPr>
        <p:sp>
          <p:nvSpPr>
            <p:cNvPr id="24" name="TextBox 23">
              <a:hlinkClick r:id="rId2" action="ppaction://hlinksldjump"/>
              <a:extLst>
                <a:ext uri="{FF2B5EF4-FFF2-40B4-BE49-F238E27FC236}">
                  <a16:creationId xmlns:a16="http://schemas.microsoft.com/office/drawing/2014/main" id="{AC3A6C52-205C-0582-9B74-E91F1F610678}"/>
                </a:ext>
              </a:extLst>
            </p:cNvPr>
            <p:cNvSpPr txBox="1"/>
            <p:nvPr/>
          </p:nvSpPr>
          <p:spPr>
            <a:xfrm>
              <a:off x="5195316" y="275844"/>
              <a:ext cx="1801368" cy="369332"/>
            </a:xfrm>
            <a:prstGeom prst="rect">
              <a:avLst/>
            </a:prstGeom>
            <a:noFill/>
          </p:spPr>
          <p:txBody>
            <a:bodyPr wrap="square" rtlCol="0">
              <a:spAutoFit/>
            </a:bodyPr>
            <a:lstStyle/>
            <a:p>
              <a:pPr algn="ctr"/>
              <a:r>
                <a:rPr lang="en-US" dirty="0">
                  <a:hlinkClick r:id="rId2" action="ppaction://hlinksldjump"/>
                </a:rPr>
                <a:t>About</a:t>
              </a:r>
              <a:endParaRPr lang="en-US" dirty="0"/>
            </a:p>
          </p:txBody>
        </p:sp>
        <p:sp>
          <p:nvSpPr>
            <p:cNvPr id="28" name="TextBox 27">
              <a:hlinkClick r:id="" action="ppaction://noaction"/>
              <a:extLst>
                <a:ext uri="{FF2B5EF4-FFF2-40B4-BE49-F238E27FC236}">
                  <a16:creationId xmlns:a16="http://schemas.microsoft.com/office/drawing/2014/main" id="{E69A2D21-F477-4CF6-2FEC-2A2693D8D789}"/>
                </a:ext>
              </a:extLst>
            </p:cNvPr>
            <p:cNvSpPr txBox="1"/>
            <p:nvPr/>
          </p:nvSpPr>
          <p:spPr>
            <a:xfrm>
              <a:off x="8798052" y="274320"/>
              <a:ext cx="1801368" cy="369332"/>
            </a:xfrm>
            <a:prstGeom prst="rect">
              <a:avLst/>
            </a:prstGeom>
            <a:noFill/>
          </p:spPr>
          <p:txBody>
            <a:bodyPr wrap="square" rtlCol="0">
              <a:spAutoFit/>
            </a:bodyPr>
            <a:lstStyle/>
            <a:p>
              <a:pPr algn="ctr"/>
              <a:r>
                <a:rPr lang="en-US" dirty="0">
                  <a:hlinkClick r:id="rId3" action="ppaction://hlinksldjump"/>
                </a:rPr>
                <a:t>Contact</a:t>
              </a:r>
              <a:endParaRPr lang="en-US" dirty="0"/>
            </a:p>
          </p:txBody>
        </p:sp>
        <p:sp>
          <p:nvSpPr>
            <p:cNvPr id="30" name="TextBox 29">
              <a:hlinkClick r:id="rId4" action="ppaction://hlinksldjump"/>
              <a:extLst>
                <a:ext uri="{FF2B5EF4-FFF2-40B4-BE49-F238E27FC236}">
                  <a16:creationId xmlns:a16="http://schemas.microsoft.com/office/drawing/2014/main" id="{14B6AF64-6C9E-CDF4-AA9C-A02A555AB723}"/>
                </a:ext>
              </a:extLst>
            </p:cNvPr>
            <p:cNvSpPr txBox="1"/>
            <p:nvPr/>
          </p:nvSpPr>
          <p:spPr>
            <a:xfrm>
              <a:off x="3393948" y="274320"/>
              <a:ext cx="1801368" cy="369332"/>
            </a:xfrm>
            <a:prstGeom prst="rect">
              <a:avLst/>
            </a:prstGeom>
            <a:noFill/>
          </p:spPr>
          <p:txBody>
            <a:bodyPr wrap="square" rtlCol="0">
              <a:spAutoFit/>
            </a:bodyPr>
            <a:lstStyle/>
            <a:p>
              <a:pPr algn="ctr"/>
              <a:r>
                <a:rPr lang="en-US" dirty="0">
                  <a:hlinkClick r:id="rId4" action="ppaction://hlinksldjump"/>
                </a:rPr>
                <a:t>Home</a:t>
              </a:r>
              <a:endParaRPr lang="en-US" dirty="0"/>
            </a:p>
          </p:txBody>
        </p:sp>
        <p:sp>
          <p:nvSpPr>
            <p:cNvPr id="67" name="TextBox 66">
              <a:hlinkClick r:id="rId3" action="ppaction://hlinksldjump"/>
              <a:extLst>
                <a:ext uri="{FF2B5EF4-FFF2-40B4-BE49-F238E27FC236}">
                  <a16:creationId xmlns:a16="http://schemas.microsoft.com/office/drawing/2014/main" id="{4E147C48-8594-9428-2F2D-B6D27535D0B6}"/>
                </a:ext>
              </a:extLst>
            </p:cNvPr>
            <p:cNvSpPr txBox="1"/>
            <p:nvPr/>
          </p:nvSpPr>
          <p:spPr>
            <a:xfrm>
              <a:off x="6996684" y="278042"/>
              <a:ext cx="1801368" cy="369332"/>
            </a:xfrm>
            <a:prstGeom prst="rect">
              <a:avLst/>
            </a:prstGeom>
            <a:noFill/>
          </p:spPr>
          <p:txBody>
            <a:bodyPr wrap="square" rtlCol="0">
              <a:spAutoFit/>
            </a:bodyPr>
            <a:lstStyle/>
            <a:p>
              <a:pPr algn="ctr"/>
              <a:r>
                <a:rPr lang="en-US" dirty="0">
                  <a:hlinkClick r:id="rId5" action="ppaction://hlinksldjump"/>
                </a:rPr>
                <a:t>Projects</a:t>
              </a:r>
              <a:endParaRPr lang="en-US" dirty="0"/>
            </a:p>
          </p:txBody>
        </p:sp>
      </p:grpSp>
      <p:grpSp>
        <p:nvGrpSpPr>
          <p:cNvPr id="97" name="Group 96">
            <a:extLst>
              <a:ext uri="{FF2B5EF4-FFF2-40B4-BE49-F238E27FC236}">
                <a16:creationId xmlns:a16="http://schemas.microsoft.com/office/drawing/2014/main" id="{5E90447C-B61C-4D08-24A7-7D080E8E97C3}"/>
              </a:ext>
            </a:extLst>
          </p:cNvPr>
          <p:cNvGrpSpPr/>
          <p:nvPr/>
        </p:nvGrpSpPr>
        <p:grpSpPr>
          <a:xfrm>
            <a:off x="2493264" y="1434791"/>
            <a:ext cx="5913864" cy="4290816"/>
            <a:chOff x="2800002" y="1387104"/>
            <a:chExt cx="5097366" cy="4290816"/>
          </a:xfrm>
        </p:grpSpPr>
        <p:grpSp>
          <p:nvGrpSpPr>
            <p:cNvPr id="96" name="Group 95">
              <a:extLst>
                <a:ext uri="{FF2B5EF4-FFF2-40B4-BE49-F238E27FC236}">
                  <a16:creationId xmlns:a16="http://schemas.microsoft.com/office/drawing/2014/main" id="{2833EC14-04E2-3BB2-2565-9A88B8D685EC}"/>
                </a:ext>
              </a:extLst>
            </p:cNvPr>
            <p:cNvGrpSpPr/>
            <p:nvPr/>
          </p:nvGrpSpPr>
          <p:grpSpPr>
            <a:xfrm>
              <a:off x="2800002" y="1387104"/>
              <a:ext cx="5097366" cy="3617794"/>
              <a:chOff x="2811059" y="1638509"/>
              <a:chExt cx="5097366" cy="3617794"/>
            </a:xfrm>
          </p:grpSpPr>
          <p:sp>
            <p:nvSpPr>
              <p:cNvPr id="6" name="TextBox 5">
                <a:extLst>
                  <a:ext uri="{FF2B5EF4-FFF2-40B4-BE49-F238E27FC236}">
                    <a16:creationId xmlns:a16="http://schemas.microsoft.com/office/drawing/2014/main" id="{C3A69E65-BA6D-9DC5-ACB5-C531A6CCD9ED}"/>
                  </a:ext>
                </a:extLst>
              </p:cNvPr>
              <p:cNvSpPr txBox="1"/>
              <p:nvPr/>
            </p:nvSpPr>
            <p:spPr>
              <a:xfrm>
                <a:off x="2811059" y="1638509"/>
                <a:ext cx="4475035" cy="580388"/>
              </a:xfrm>
              <a:prstGeom prst="rect">
                <a:avLst/>
              </a:prstGeom>
              <a:noFill/>
            </p:spPr>
            <p:txBody>
              <a:bodyPr wrap="square" rtlCol="0">
                <a:spAutoFit/>
              </a:bodyPr>
              <a:lstStyle/>
              <a:p>
                <a:pPr defTabSz="813816">
                  <a:spcAft>
                    <a:spcPts val="600"/>
                  </a:spcAft>
                </a:pPr>
                <a:r>
                  <a:rPr lang="en-US" sz="3204" kern="1200" dirty="0">
                    <a:solidFill>
                      <a:schemeClr val="tx1"/>
                    </a:solidFill>
                    <a:latin typeface="+mn-lt"/>
                    <a:ea typeface="+mn-ea"/>
                    <a:cs typeface="+mn-cs"/>
                  </a:rPr>
                  <a:t>Christian Shannon</a:t>
                </a:r>
                <a:endParaRPr lang="en-US" sz="3600" dirty="0"/>
              </a:p>
            </p:txBody>
          </p:sp>
          <p:sp>
            <p:nvSpPr>
              <p:cNvPr id="17" name="TextBox 16">
                <a:extLst>
                  <a:ext uri="{FF2B5EF4-FFF2-40B4-BE49-F238E27FC236}">
                    <a16:creationId xmlns:a16="http://schemas.microsoft.com/office/drawing/2014/main" id="{DF6B9318-B7D7-A868-93A4-678B4B2347EC}"/>
                  </a:ext>
                </a:extLst>
              </p:cNvPr>
              <p:cNvSpPr txBox="1"/>
              <p:nvPr/>
            </p:nvSpPr>
            <p:spPr>
              <a:xfrm>
                <a:off x="2811059" y="2218896"/>
                <a:ext cx="5097366" cy="631263"/>
              </a:xfrm>
              <a:prstGeom prst="rect">
                <a:avLst/>
              </a:prstGeom>
              <a:noFill/>
            </p:spPr>
            <p:txBody>
              <a:bodyPr wrap="square" rtlCol="0">
                <a:spAutoFit/>
              </a:bodyPr>
              <a:lstStyle/>
              <a:p>
                <a:pPr defTabSz="813816">
                  <a:spcAft>
                    <a:spcPts val="600"/>
                  </a:spcAft>
                </a:pPr>
                <a:r>
                  <a:rPr lang="en-US" sz="1600" kern="1200" dirty="0">
                    <a:solidFill>
                      <a:schemeClr val="tx1">
                        <a:lumMod val="65000"/>
                        <a:lumOff val="35000"/>
                      </a:schemeClr>
                    </a:solidFill>
                    <a:latin typeface="+mn-lt"/>
                    <a:ea typeface="+mn-ea"/>
                    <a:cs typeface="+mn-cs"/>
                  </a:rPr>
                  <a:t>Data Analytics &amp; Data Science</a:t>
                </a:r>
              </a:p>
              <a:p>
                <a:pPr defTabSz="813816">
                  <a:spcAft>
                    <a:spcPts val="600"/>
                  </a:spcAft>
                </a:pPr>
                <a:r>
                  <a:rPr lang="en-US" sz="1400" dirty="0">
                    <a:solidFill>
                      <a:schemeClr val="tx1">
                        <a:lumMod val="65000"/>
                        <a:lumOff val="35000"/>
                      </a:schemeClr>
                    </a:solidFill>
                  </a:rPr>
                  <a:t>Papillion, Nebraska</a:t>
                </a:r>
              </a:p>
            </p:txBody>
          </p:sp>
          <p:sp>
            <p:nvSpPr>
              <p:cNvPr id="18" name="TextBox 17">
                <a:extLst>
                  <a:ext uri="{FF2B5EF4-FFF2-40B4-BE49-F238E27FC236}">
                    <a16:creationId xmlns:a16="http://schemas.microsoft.com/office/drawing/2014/main" id="{BEC885CE-BFC9-9174-BA2F-8E01DFE964FF}"/>
                  </a:ext>
                </a:extLst>
              </p:cNvPr>
              <p:cNvSpPr txBox="1"/>
              <p:nvPr/>
            </p:nvSpPr>
            <p:spPr>
              <a:xfrm>
                <a:off x="2811059" y="2824868"/>
                <a:ext cx="3838677" cy="2431435"/>
              </a:xfrm>
              <a:prstGeom prst="rect">
                <a:avLst/>
              </a:prstGeom>
              <a:noFill/>
            </p:spPr>
            <p:txBody>
              <a:bodyPr wrap="square" rtlCol="0">
                <a:spAutoFit/>
              </a:bodyPr>
              <a:lstStyle/>
              <a:p>
                <a:pPr defTabSz="813816">
                  <a:spcAft>
                    <a:spcPts val="600"/>
                  </a:spcAft>
                </a:pPr>
                <a:r>
                  <a:rPr lang="en-US" sz="1100" kern="1200" dirty="0">
                    <a:solidFill>
                      <a:schemeClr val="tx1">
                        <a:lumMod val="65000"/>
                        <a:lumOff val="35000"/>
                      </a:schemeClr>
                    </a:solidFill>
                    <a:latin typeface="+mn-lt"/>
                    <a:ea typeface="+mn-ea"/>
                    <a:cs typeface="+mn-cs"/>
                  </a:rPr>
                  <a:t>I am a Data Scientist with 15+ years of experience transforming complex data into clear, actionable insights for business leaders. I specialize in building dashboards, optimizing data processes, and strengthening data governance so organizations can make confident, data-driven decisions.</a:t>
                </a:r>
              </a:p>
              <a:p>
                <a:pPr marL="171450" indent="-171450" defTabSz="813816">
                  <a:spcAft>
                    <a:spcPts val="600"/>
                  </a:spcAft>
                  <a:buFont typeface="Arial" panose="020B0604020202020204" pitchFamily="34" charset="0"/>
                  <a:buChar char="•"/>
                </a:pPr>
                <a:r>
                  <a:rPr lang="en-US" sz="1100" kern="1200" dirty="0">
                    <a:solidFill>
                      <a:schemeClr val="tx1">
                        <a:lumMod val="65000"/>
                        <a:lumOff val="35000"/>
                      </a:schemeClr>
                    </a:solidFill>
                    <a:latin typeface="+mn-lt"/>
                    <a:ea typeface="+mn-ea"/>
                    <a:cs typeface="+mn-cs"/>
                  </a:rPr>
                  <a:t>Design and build data visualizations and dashboards that support strategic decisions.</a:t>
                </a:r>
              </a:p>
              <a:p>
                <a:pPr marL="171450" indent="-171450" defTabSz="813816">
                  <a:spcAft>
                    <a:spcPts val="600"/>
                  </a:spcAft>
                  <a:buFont typeface="Arial" panose="020B0604020202020204" pitchFamily="34" charset="0"/>
                  <a:buChar char="•"/>
                </a:pPr>
                <a:r>
                  <a:rPr lang="en-US" sz="1100" kern="1200" dirty="0">
                    <a:solidFill>
                      <a:schemeClr val="tx1">
                        <a:lumMod val="65000"/>
                        <a:lumOff val="35000"/>
                      </a:schemeClr>
                    </a:solidFill>
                    <a:latin typeface="+mn-lt"/>
                    <a:ea typeface="+mn-ea"/>
                    <a:cs typeface="+mn-cs"/>
                  </a:rPr>
                  <a:t>Analyze and model data to uncover trends, risks, and opportunities.</a:t>
                </a:r>
              </a:p>
              <a:p>
                <a:pPr marL="171450" indent="-171450" defTabSz="813816">
                  <a:spcAft>
                    <a:spcPts val="600"/>
                  </a:spcAft>
                  <a:buFont typeface="Arial" panose="020B0604020202020204" pitchFamily="34" charset="0"/>
                  <a:buChar char="•"/>
                </a:pPr>
                <a:r>
                  <a:rPr lang="en-US" sz="1100" kern="1200" dirty="0">
                    <a:solidFill>
                      <a:schemeClr val="tx1">
                        <a:lumMod val="65000"/>
                        <a:lumOff val="35000"/>
                      </a:schemeClr>
                    </a:solidFill>
                    <a:latin typeface="+mn-lt"/>
                    <a:ea typeface="+mn-ea"/>
                    <a:cs typeface="+mn-cs"/>
                  </a:rPr>
                  <a:t>Improve data quality and governance so data is consistent, trusted, and usable.</a:t>
                </a:r>
              </a:p>
              <a:p>
                <a:pPr marL="171450" indent="-171450" defTabSz="813816">
                  <a:spcAft>
                    <a:spcPts val="600"/>
                  </a:spcAft>
                  <a:buFont typeface="Arial" panose="020B0604020202020204" pitchFamily="34" charset="0"/>
                  <a:buChar char="•"/>
                </a:pPr>
                <a:r>
                  <a:rPr lang="en-US" sz="1100" kern="1200" dirty="0">
                    <a:solidFill>
                      <a:schemeClr val="tx1">
                        <a:lumMod val="65000"/>
                        <a:lumOff val="35000"/>
                      </a:schemeClr>
                    </a:solidFill>
                    <a:latin typeface="+mn-lt"/>
                    <a:ea typeface="+mn-ea"/>
                    <a:cs typeface="+mn-cs"/>
                  </a:rPr>
                  <a:t>Partner with business and technical teams to translate business questions into analytical solutions.</a:t>
                </a:r>
                <a:endParaRPr lang="en-US" sz="1100" dirty="0">
                  <a:solidFill>
                    <a:schemeClr val="tx1">
                      <a:lumMod val="65000"/>
                      <a:lumOff val="35000"/>
                    </a:schemeClr>
                  </a:solidFill>
                </a:endParaRPr>
              </a:p>
            </p:txBody>
          </p:sp>
        </p:grpSp>
        <p:sp>
          <p:nvSpPr>
            <p:cNvPr id="71" name="Rectangle: Rounded Corners 70">
              <a:hlinkClick r:id="rId6"/>
              <a:extLst>
                <a:ext uri="{FF2B5EF4-FFF2-40B4-BE49-F238E27FC236}">
                  <a16:creationId xmlns:a16="http://schemas.microsoft.com/office/drawing/2014/main" id="{7BFC1DE2-25EC-6681-C465-46A46DF51A0C}"/>
                </a:ext>
              </a:extLst>
            </p:cNvPr>
            <p:cNvSpPr/>
            <p:nvPr/>
          </p:nvSpPr>
          <p:spPr>
            <a:xfrm>
              <a:off x="3631966" y="5216255"/>
              <a:ext cx="2174748" cy="46166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Download Resume</a:t>
              </a:r>
            </a:p>
          </p:txBody>
        </p:sp>
      </p:grpSp>
      <p:sp>
        <p:nvSpPr>
          <p:cNvPr id="87" name="TextBox 86">
            <a:extLst>
              <a:ext uri="{FF2B5EF4-FFF2-40B4-BE49-F238E27FC236}">
                <a16:creationId xmlns:a16="http://schemas.microsoft.com/office/drawing/2014/main" id="{7B86E566-D8C6-B5E2-74D8-061353639C09}"/>
              </a:ext>
            </a:extLst>
          </p:cNvPr>
          <p:cNvSpPr txBox="1"/>
          <p:nvPr/>
        </p:nvSpPr>
        <p:spPr>
          <a:xfrm>
            <a:off x="3278751" y="6293525"/>
            <a:ext cx="5634498" cy="369332"/>
          </a:xfrm>
          <a:prstGeom prst="rect">
            <a:avLst/>
          </a:prstGeom>
          <a:noFill/>
        </p:spPr>
        <p:txBody>
          <a:bodyPr wrap="square" rtlCol="0">
            <a:spAutoFit/>
          </a:bodyPr>
          <a:lstStyle/>
          <a:p>
            <a:pPr algn="ctr"/>
            <a:r>
              <a:rPr lang="en-US" dirty="0"/>
              <a:t>Contact me: </a:t>
            </a:r>
            <a:r>
              <a:rPr lang="en-US" dirty="0">
                <a:hlinkClick r:id="rId7"/>
              </a:rPr>
              <a:t>LinkedIn</a:t>
            </a:r>
            <a:r>
              <a:rPr lang="en-US" dirty="0"/>
              <a:t> | </a:t>
            </a:r>
            <a:r>
              <a:rPr lang="en-US" dirty="0">
                <a:hlinkClick r:id="rId8"/>
              </a:rPr>
              <a:t>GitHub</a:t>
            </a:r>
            <a:r>
              <a:rPr lang="en-US" dirty="0"/>
              <a:t> | </a:t>
            </a:r>
            <a:r>
              <a:rPr lang="en-US" dirty="0">
                <a:hlinkClick r:id="rId9"/>
              </a:rPr>
              <a:t>Email</a:t>
            </a:r>
            <a:r>
              <a:rPr lang="en-US" dirty="0"/>
              <a:t> | </a:t>
            </a:r>
            <a:r>
              <a:rPr lang="en-US" dirty="0">
                <a:hlinkClick r:id="rId10"/>
              </a:rPr>
              <a:t>Portfolio Site</a:t>
            </a:r>
            <a:endParaRPr lang="en-US" dirty="0"/>
          </a:p>
        </p:txBody>
      </p:sp>
    </p:spTree>
    <p:extLst>
      <p:ext uri="{BB962C8B-B14F-4D97-AF65-F5344CB8AC3E}">
        <p14:creationId xmlns:p14="http://schemas.microsoft.com/office/powerpoint/2010/main" val="19995484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 name="Rectangle 102">
            <a:extLst>
              <a:ext uri="{FF2B5EF4-FFF2-40B4-BE49-F238E27FC236}">
                <a16:creationId xmlns:a16="http://schemas.microsoft.com/office/drawing/2014/main" id="{20755D54-4C74-282B-D33F-1B6923A2C723}"/>
              </a:ext>
            </a:extLst>
          </p:cNvPr>
          <p:cNvSpPr/>
          <p:nvPr/>
        </p:nvSpPr>
        <p:spPr>
          <a:xfrm>
            <a:off x="0" y="843677"/>
            <a:ext cx="12192000" cy="5446126"/>
          </a:xfrm>
          <a:prstGeom prst="rect">
            <a:avLst/>
          </a:prstGeom>
          <a:solidFill>
            <a:srgbClr val="F9F9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4AF702E8-1AFC-A65B-E1E1-8C35CDFF4A95}"/>
              </a:ext>
            </a:extLst>
          </p:cNvPr>
          <p:cNvSpPr txBox="1"/>
          <p:nvPr/>
        </p:nvSpPr>
        <p:spPr>
          <a:xfrm>
            <a:off x="347472" y="1143478"/>
            <a:ext cx="5748528" cy="5001369"/>
          </a:xfrm>
          <a:prstGeom prst="rect">
            <a:avLst/>
          </a:prstGeom>
          <a:noFill/>
        </p:spPr>
        <p:txBody>
          <a:bodyPr wrap="square">
            <a:spAutoFit/>
          </a:bodyPr>
          <a:lstStyle/>
          <a:p>
            <a:r>
              <a:rPr lang="en-US" sz="1100" b="1" dirty="0"/>
              <a:t>About Me</a:t>
            </a:r>
          </a:p>
          <a:p>
            <a:br>
              <a:rPr lang="en-US" sz="1100" dirty="0"/>
            </a:br>
            <a:r>
              <a:rPr lang="en-US" sz="1100" dirty="0"/>
              <a:t>I am a Data Scientist based in Papillion, Nebraska, with 15+ years of experience delivering data-driven solutions. I bring a blend of technical depth and business understanding, moving from frontline operations into senior analytics and consulting roles. My work centers on turning raw data into clear stories, building dashboards and reports that answer real business questions, and strengthening data governance so that stakeholders can trust the information they use. I am currently pursuing a Bachelor of Science in Data Science at Bellevue University, further deepening my analytical and statistical toolkit.</a:t>
            </a:r>
          </a:p>
          <a:p>
            <a:endParaRPr lang="en-US" sz="1100" dirty="0"/>
          </a:p>
          <a:p>
            <a:r>
              <a:rPr lang="en-US" sz="1100" b="1" dirty="0"/>
              <a:t>Professional Summary</a:t>
            </a:r>
          </a:p>
          <a:p>
            <a:endParaRPr lang="en-US" sz="1100" dirty="0"/>
          </a:p>
          <a:p>
            <a:r>
              <a:rPr lang="en-US" sz="1100" dirty="0"/>
              <a:t>Over my career, I have led the design, development, and deployment of dashboards and data products that help leaders make informed strategic decisions. I regularly leverage Python, SQL, ETL processes, and visualization tools like Tableau and Dataiku to deliver accurate, visually compelling reports. I am known for mentoring others, driving process improvements, and leading change initiatives that save significant time and reduce manual effort across teams. I work closely with IT, data governance, and business stakeholders to optimize data management processes and resolve data integrity challenges.</a:t>
            </a:r>
          </a:p>
          <a:p>
            <a:endParaRPr lang="en-US" sz="1100" dirty="0"/>
          </a:p>
          <a:p>
            <a:r>
              <a:rPr lang="en-US" sz="1100" b="1" dirty="0"/>
              <a:t>Education</a:t>
            </a:r>
          </a:p>
          <a:p>
            <a:endParaRPr lang="en-US" sz="1100" b="1" dirty="0"/>
          </a:p>
          <a:p>
            <a:r>
              <a:rPr lang="en-US" sz="1100" dirty="0"/>
              <a:t>Bellevue University</a:t>
            </a:r>
            <a:br>
              <a:rPr lang="en-US" sz="1100" dirty="0"/>
            </a:br>
            <a:r>
              <a:rPr lang="en-US" sz="1100" dirty="0"/>
              <a:t>Bachelor of Science (BS), Data Science (in progress)</a:t>
            </a:r>
            <a:br>
              <a:rPr lang="en-US" sz="1100" dirty="0"/>
            </a:br>
            <a:r>
              <a:rPr lang="en-US" sz="1100" dirty="0"/>
              <a:t>Bellevue, NE | 2024–Present</a:t>
            </a:r>
          </a:p>
          <a:p>
            <a:endParaRPr lang="en-US" sz="1100" dirty="0"/>
          </a:p>
          <a:p>
            <a:r>
              <a:rPr lang="en-US" sz="1100" dirty="0"/>
              <a:t>Metropolitan Community College</a:t>
            </a:r>
            <a:br>
              <a:rPr lang="en-US" sz="1100" dirty="0"/>
            </a:br>
            <a:r>
              <a:rPr lang="en-US" sz="1100" dirty="0"/>
              <a:t>Associate of Science (AS), Information Technology</a:t>
            </a:r>
            <a:br>
              <a:rPr lang="en-US" sz="1100" dirty="0"/>
            </a:br>
            <a:r>
              <a:rPr lang="en-US" sz="1100" dirty="0"/>
              <a:t>Omaha, NE | 2016–2018</a:t>
            </a:r>
          </a:p>
        </p:txBody>
      </p:sp>
      <p:sp>
        <p:nvSpPr>
          <p:cNvPr id="77" name="TextBox 76">
            <a:extLst>
              <a:ext uri="{FF2B5EF4-FFF2-40B4-BE49-F238E27FC236}">
                <a16:creationId xmlns:a16="http://schemas.microsoft.com/office/drawing/2014/main" id="{5753A328-F746-9F82-E8AA-C228D7CF8453}"/>
              </a:ext>
            </a:extLst>
          </p:cNvPr>
          <p:cNvSpPr txBox="1"/>
          <p:nvPr/>
        </p:nvSpPr>
        <p:spPr>
          <a:xfrm>
            <a:off x="7025640" y="1143478"/>
            <a:ext cx="4818888" cy="5170646"/>
          </a:xfrm>
          <a:prstGeom prst="rect">
            <a:avLst/>
          </a:prstGeom>
          <a:noFill/>
        </p:spPr>
        <p:txBody>
          <a:bodyPr wrap="square" rtlCol="0">
            <a:spAutoFit/>
          </a:bodyPr>
          <a:lstStyle/>
          <a:p>
            <a:r>
              <a:rPr lang="en-US" sz="1100" b="1" dirty="0"/>
              <a:t>Skills &amp; Tools</a:t>
            </a:r>
          </a:p>
          <a:p>
            <a:endParaRPr lang="en-US" sz="1100" dirty="0"/>
          </a:p>
          <a:p>
            <a:r>
              <a:rPr lang="en-US" sz="1100" b="1" dirty="0"/>
              <a:t>Languages &amp; Tools</a:t>
            </a:r>
          </a:p>
          <a:p>
            <a:endParaRPr lang="en-US" sz="1100" dirty="0"/>
          </a:p>
          <a:p>
            <a:pPr marL="171450" indent="-171450">
              <a:buFont typeface="Arial" panose="020B0604020202020204" pitchFamily="34" charset="0"/>
              <a:buChar char="•"/>
            </a:pPr>
            <a:r>
              <a:rPr lang="en-US" sz="1100" dirty="0"/>
              <a:t>SQL</a:t>
            </a:r>
          </a:p>
          <a:p>
            <a:pPr marL="171450" indent="-171450">
              <a:buFont typeface="Arial" panose="020B0604020202020204" pitchFamily="34" charset="0"/>
              <a:buChar char="•"/>
            </a:pPr>
            <a:r>
              <a:rPr lang="en-US" sz="1100" dirty="0"/>
              <a:t>Dataiku</a:t>
            </a:r>
          </a:p>
          <a:p>
            <a:pPr marL="171450" indent="-171450">
              <a:buFont typeface="Arial" panose="020B0604020202020204" pitchFamily="34" charset="0"/>
              <a:buChar char="•"/>
            </a:pPr>
            <a:r>
              <a:rPr lang="en-US" sz="1100" dirty="0"/>
              <a:t>Tableau</a:t>
            </a:r>
          </a:p>
          <a:p>
            <a:pPr marL="171450" indent="-171450">
              <a:buFont typeface="Arial" panose="020B0604020202020204" pitchFamily="34" charset="0"/>
              <a:buChar char="•"/>
            </a:pPr>
            <a:r>
              <a:rPr lang="en-US" sz="1100" dirty="0"/>
              <a:t>Python</a:t>
            </a:r>
          </a:p>
          <a:p>
            <a:pPr marL="171450" indent="-171450">
              <a:buFont typeface="Arial" panose="020B0604020202020204" pitchFamily="34" charset="0"/>
              <a:buChar char="•"/>
            </a:pPr>
            <a:r>
              <a:rPr lang="en-US" sz="1100" dirty="0"/>
              <a:t>ETL tools (including Informatica PowerCenter)</a:t>
            </a:r>
          </a:p>
          <a:p>
            <a:endParaRPr lang="en-US" sz="1100" dirty="0"/>
          </a:p>
          <a:p>
            <a:r>
              <a:rPr lang="en-US" sz="1100" b="1" dirty="0"/>
              <a:t>Data &amp; Analytics</a:t>
            </a:r>
          </a:p>
          <a:p>
            <a:endParaRPr lang="en-US" sz="1100" b="1" dirty="0"/>
          </a:p>
          <a:p>
            <a:pPr marL="171450" indent="-171450">
              <a:buFont typeface="Arial" panose="020B0604020202020204" pitchFamily="34" charset="0"/>
              <a:buChar char="•"/>
            </a:pPr>
            <a:r>
              <a:rPr lang="en-US" sz="1100" dirty="0"/>
              <a:t>Data analysis and data mining</a:t>
            </a:r>
          </a:p>
          <a:p>
            <a:pPr marL="171450" indent="-171450">
              <a:buFont typeface="Arial" panose="020B0604020202020204" pitchFamily="34" charset="0"/>
              <a:buChar char="•"/>
            </a:pPr>
            <a:r>
              <a:rPr lang="en-US" sz="1100" dirty="0"/>
              <a:t>Data visualization and dashboard design</a:t>
            </a:r>
          </a:p>
          <a:p>
            <a:pPr marL="171450" indent="-171450">
              <a:buFont typeface="Arial" panose="020B0604020202020204" pitchFamily="34" charset="0"/>
              <a:buChar char="•"/>
            </a:pPr>
            <a:r>
              <a:rPr lang="en-US" sz="1100" dirty="0"/>
              <a:t>Report optimization and performance analysis</a:t>
            </a:r>
          </a:p>
          <a:p>
            <a:pPr marL="171450" indent="-171450">
              <a:buFont typeface="Arial" panose="020B0604020202020204" pitchFamily="34" charset="0"/>
              <a:buChar char="•"/>
            </a:pPr>
            <a:r>
              <a:rPr lang="en-US" sz="1100" dirty="0"/>
              <a:t>Root cause analysis</a:t>
            </a:r>
          </a:p>
          <a:p>
            <a:endParaRPr lang="en-US" sz="1100" dirty="0"/>
          </a:p>
          <a:p>
            <a:r>
              <a:rPr lang="en-US" sz="1100" b="1" dirty="0"/>
              <a:t>Data &amp; Business</a:t>
            </a:r>
          </a:p>
          <a:p>
            <a:endParaRPr lang="en-US" sz="1100" b="1" dirty="0"/>
          </a:p>
          <a:p>
            <a:pPr marL="171450" indent="-171450">
              <a:buFont typeface="Arial" panose="020B0604020202020204" pitchFamily="34" charset="0"/>
              <a:buChar char="•"/>
            </a:pPr>
            <a:r>
              <a:rPr lang="en-US" sz="1100" dirty="0"/>
              <a:t>Data governance and data quality</a:t>
            </a:r>
          </a:p>
          <a:p>
            <a:pPr marL="171450" indent="-171450">
              <a:buFont typeface="Arial" panose="020B0604020202020204" pitchFamily="34" charset="0"/>
              <a:buChar char="•"/>
            </a:pPr>
            <a:r>
              <a:rPr lang="en-US" sz="1100" dirty="0"/>
              <a:t>Data modeling</a:t>
            </a:r>
          </a:p>
          <a:p>
            <a:pPr marL="171450" indent="-171450">
              <a:buFont typeface="Arial" panose="020B0604020202020204" pitchFamily="34" charset="0"/>
              <a:buChar char="•"/>
            </a:pPr>
            <a:r>
              <a:rPr lang="en-US" sz="1100" dirty="0"/>
              <a:t>Business metrics and analysis</a:t>
            </a:r>
          </a:p>
          <a:p>
            <a:pPr marL="171450" indent="-171450">
              <a:buFont typeface="Arial" panose="020B0604020202020204" pitchFamily="34" charset="0"/>
              <a:buChar char="•"/>
            </a:pPr>
            <a:r>
              <a:rPr lang="en-US" sz="1100" dirty="0"/>
              <a:t>Cross-functional collaboration and stakeholder communication</a:t>
            </a:r>
          </a:p>
          <a:p>
            <a:pPr marL="171450" indent="-171450">
              <a:buFont typeface="Arial" panose="020B0604020202020204" pitchFamily="34" charset="0"/>
              <a:buChar char="•"/>
            </a:pPr>
            <a:endParaRPr lang="en-US" sz="1100" dirty="0"/>
          </a:p>
          <a:p>
            <a:r>
              <a:rPr lang="en-US" sz="1100" b="1" dirty="0"/>
              <a:t>Leadership &amp; Involvement</a:t>
            </a:r>
          </a:p>
          <a:p>
            <a:endParaRPr lang="en-US" sz="1100" b="1" dirty="0"/>
          </a:p>
          <a:p>
            <a:pPr marL="171450" indent="-171450">
              <a:buFont typeface="Arial" panose="020B0604020202020204" pitchFamily="34" charset="0"/>
              <a:buChar char="•"/>
            </a:pPr>
            <a:r>
              <a:rPr lang="en-US" sz="1100" dirty="0"/>
              <a:t>Mentor</a:t>
            </a:r>
          </a:p>
          <a:p>
            <a:pPr marL="171450" indent="-171450">
              <a:buFont typeface="Arial" panose="020B0604020202020204" pitchFamily="34" charset="0"/>
              <a:buChar char="•"/>
            </a:pPr>
            <a:r>
              <a:rPr lang="en-US" sz="1100" dirty="0"/>
              <a:t>Alation Subject Matter Expert (SME)</a:t>
            </a:r>
          </a:p>
          <a:p>
            <a:pPr marL="171450" indent="-171450">
              <a:buFont typeface="Arial" panose="020B0604020202020204" pitchFamily="34" charset="0"/>
              <a:buChar char="•"/>
            </a:pPr>
            <a:r>
              <a:rPr lang="en-US" sz="1100" dirty="0"/>
              <a:t>Data Advisory Group (DAG) Representative</a:t>
            </a:r>
          </a:p>
        </p:txBody>
      </p:sp>
      <p:grpSp>
        <p:nvGrpSpPr>
          <p:cNvPr id="97" name="Group 96">
            <a:extLst>
              <a:ext uri="{FF2B5EF4-FFF2-40B4-BE49-F238E27FC236}">
                <a16:creationId xmlns:a16="http://schemas.microsoft.com/office/drawing/2014/main" id="{76E88E94-9DAD-0D79-36C9-989C00B7BD19}"/>
              </a:ext>
            </a:extLst>
          </p:cNvPr>
          <p:cNvGrpSpPr/>
          <p:nvPr/>
        </p:nvGrpSpPr>
        <p:grpSpPr>
          <a:xfrm>
            <a:off x="2493264" y="274320"/>
            <a:ext cx="7205472" cy="373054"/>
            <a:chOff x="3393948" y="274320"/>
            <a:chExt cx="7205472" cy="373054"/>
          </a:xfrm>
        </p:grpSpPr>
        <p:sp>
          <p:nvSpPr>
            <p:cNvPr id="98" name="TextBox 97">
              <a:hlinkClick r:id="rId2" action="ppaction://hlinksldjump"/>
              <a:extLst>
                <a:ext uri="{FF2B5EF4-FFF2-40B4-BE49-F238E27FC236}">
                  <a16:creationId xmlns:a16="http://schemas.microsoft.com/office/drawing/2014/main" id="{837F1F7A-3062-0CC4-6913-1E5E990D4CAB}"/>
                </a:ext>
              </a:extLst>
            </p:cNvPr>
            <p:cNvSpPr txBox="1"/>
            <p:nvPr/>
          </p:nvSpPr>
          <p:spPr>
            <a:xfrm>
              <a:off x="5195316" y="275844"/>
              <a:ext cx="1801368" cy="369332"/>
            </a:xfrm>
            <a:prstGeom prst="rect">
              <a:avLst/>
            </a:prstGeom>
            <a:noFill/>
          </p:spPr>
          <p:txBody>
            <a:bodyPr wrap="square" rtlCol="0">
              <a:spAutoFit/>
            </a:bodyPr>
            <a:lstStyle/>
            <a:p>
              <a:pPr algn="ctr"/>
              <a:r>
                <a:rPr lang="en-US" dirty="0">
                  <a:hlinkClick r:id="rId2" action="ppaction://hlinksldjump"/>
                </a:rPr>
                <a:t>About</a:t>
              </a:r>
              <a:endParaRPr lang="en-US" dirty="0"/>
            </a:p>
          </p:txBody>
        </p:sp>
        <p:sp>
          <p:nvSpPr>
            <p:cNvPr id="99" name="TextBox 98">
              <a:hlinkClick r:id="" action="ppaction://noaction"/>
              <a:extLst>
                <a:ext uri="{FF2B5EF4-FFF2-40B4-BE49-F238E27FC236}">
                  <a16:creationId xmlns:a16="http://schemas.microsoft.com/office/drawing/2014/main" id="{C548029E-324F-9573-B6FB-1FC9687F0E1D}"/>
                </a:ext>
              </a:extLst>
            </p:cNvPr>
            <p:cNvSpPr txBox="1"/>
            <p:nvPr/>
          </p:nvSpPr>
          <p:spPr>
            <a:xfrm>
              <a:off x="8798052" y="274320"/>
              <a:ext cx="1801368" cy="369332"/>
            </a:xfrm>
            <a:prstGeom prst="rect">
              <a:avLst/>
            </a:prstGeom>
            <a:noFill/>
          </p:spPr>
          <p:txBody>
            <a:bodyPr wrap="square" rtlCol="0">
              <a:spAutoFit/>
            </a:bodyPr>
            <a:lstStyle/>
            <a:p>
              <a:pPr algn="ctr"/>
              <a:r>
                <a:rPr lang="en-US" dirty="0">
                  <a:hlinkClick r:id="rId3" action="ppaction://hlinksldjump"/>
                </a:rPr>
                <a:t>Contact</a:t>
              </a:r>
              <a:endParaRPr lang="en-US" dirty="0"/>
            </a:p>
          </p:txBody>
        </p:sp>
        <p:sp>
          <p:nvSpPr>
            <p:cNvPr id="100" name="TextBox 99">
              <a:hlinkClick r:id="rId4" action="ppaction://hlinksldjump"/>
              <a:extLst>
                <a:ext uri="{FF2B5EF4-FFF2-40B4-BE49-F238E27FC236}">
                  <a16:creationId xmlns:a16="http://schemas.microsoft.com/office/drawing/2014/main" id="{DE9CFAE7-1C40-6C6A-D768-0162D02ABBBD}"/>
                </a:ext>
              </a:extLst>
            </p:cNvPr>
            <p:cNvSpPr txBox="1"/>
            <p:nvPr/>
          </p:nvSpPr>
          <p:spPr>
            <a:xfrm>
              <a:off x="3393948" y="274320"/>
              <a:ext cx="1801368" cy="369332"/>
            </a:xfrm>
            <a:prstGeom prst="rect">
              <a:avLst/>
            </a:prstGeom>
            <a:noFill/>
          </p:spPr>
          <p:txBody>
            <a:bodyPr wrap="square" rtlCol="0">
              <a:spAutoFit/>
            </a:bodyPr>
            <a:lstStyle/>
            <a:p>
              <a:pPr algn="ctr"/>
              <a:r>
                <a:rPr lang="en-US" dirty="0">
                  <a:hlinkClick r:id="rId4" action="ppaction://hlinksldjump"/>
                </a:rPr>
                <a:t>Home</a:t>
              </a:r>
              <a:endParaRPr lang="en-US" dirty="0"/>
            </a:p>
          </p:txBody>
        </p:sp>
        <p:sp>
          <p:nvSpPr>
            <p:cNvPr id="101" name="TextBox 100">
              <a:hlinkClick r:id="rId3" action="ppaction://hlinksldjump"/>
              <a:extLst>
                <a:ext uri="{FF2B5EF4-FFF2-40B4-BE49-F238E27FC236}">
                  <a16:creationId xmlns:a16="http://schemas.microsoft.com/office/drawing/2014/main" id="{AD6A2966-F156-33FC-14B1-A3813D5E00CB}"/>
                </a:ext>
              </a:extLst>
            </p:cNvPr>
            <p:cNvSpPr txBox="1"/>
            <p:nvPr/>
          </p:nvSpPr>
          <p:spPr>
            <a:xfrm>
              <a:off x="6996684" y="278042"/>
              <a:ext cx="1801368" cy="369332"/>
            </a:xfrm>
            <a:prstGeom prst="rect">
              <a:avLst/>
            </a:prstGeom>
            <a:noFill/>
          </p:spPr>
          <p:txBody>
            <a:bodyPr wrap="square" rtlCol="0">
              <a:spAutoFit/>
            </a:bodyPr>
            <a:lstStyle/>
            <a:p>
              <a:pPr algn="ctr"/>
              <a:r>
                <a:rPr lang="en-US" dirty="0">
                  <a:hlinkClick r:id="rId5" action="ppaction://hlinksldjump"/>
                </a:rPr>
                <a:t>Projects</a:t>
              </a:r>
              <a:endParaRPr lang="en-US" dirty="0"/>
            </a:p>
          </p:txBody>
        </p:sp>
      </p:grpSp>
      <p:sp>
        <p:nvSpPr>
          <p:cNvPr id="102" name="TextBox 101">
            <a:extLst>
              <a:ext uri="{FF2B5EF4-FFF2-40B4-BE49-F238E27FC236}">
                <a16:creationId xmlns:a16="http://schemas.microsoft.com/office/drawing/2014/main" id="{A38653CA-F2FA-8B25-BB9F-8457C9DD5CBB}"/>
              </a:ext>
            </a:extLst>
          </p:cNvPr>
          <p:cNvSpPr txBox="1"/>
          <p:nvPr/>
        </p:nvSpPr>
        <p:spPr>
          <a:xfrm>
            <a:off x="3278751" y="6293525"/>
            <a:ext cx="5634498" cy="369332"/>
          </a:xfrm>
          <a:prstGeom prst="rect">
            <a:avLst/>
          </a:prstGeom>
          <a:noFill/>
        </p:spPr>
        <p:txBody>
          <a:bodyPr wrap="square" rtlCol="0">
            <a:spAutoFit/>
          </a:bodyPr>
          <a:lstStyle/>
          <a:p>
            <a:pPr algn="ctr"/>
            <a:r>
              <a:rPr lang="en-US" dirty="0"/>
              <a:t>Contact me: </a:t>
            </a:r>
            <a:r>
              <a:rPr lang="en-US" dirty="0">
                <a:hlinkClick r:id="rId6"/>
              </a:rPr>
              <a:t>LinkedIn</a:t>
            </a:r>
            <a:r>
              <a:rPr lang="en-US" dirty="0"/>
              <a:t> | </a:t>
            </a:r>
            <a:r>
              <a:rPr lang="en-US" dirty="0">
                <a:hlinkClick r:id="rId7"/>
              </a:rPr>
              <a:t>GitHub</a:t>
            </a:r>
            <a:r>
              <a:rPr lang="en-US" dirty="0"/>
              <a:t> | </a:t>
            </a:r>
            <a:r>
              <a:rPr lang="en-US" dirty="0">
                <a:hlinkClick r:id="rId8"/>
              </a:rPr>
              <a:t>Email</a:t>
            </a:r>
            <a:r>
              <a:rPr lang="en-US" dirty="0"/>
              <a:t> | </a:t>
            </a:r>
            <a:r>
              <a:rPr lang="en-US" dirty="0">
                <a:hlinkClick r:id="rId9"/>
              </a:rPr>
              <a:t>Portfolio Site</a:t>
            </a:r>
            <a:endParaRPr lang="en-US" dirty="0"/>
          </a:p>
        </p:txBody>
      </p:sp>
      <p:sp>
        <p:nvSpPr>
          <p:cNvPr id="104" name="Rectangle 103">
            <a:extLst>
              <a:ext uri="{FF2B5EF4-FFF2-40B4-BE49-F238E27FC236}">
                <a16:creationId xmlns:a16="http://schemas.microsoft.com/office/drawing/2014/main" id="{8FE94D1A-A2FA-5265-839A-FF2CBC77CCFD}"/>
              </a:ext>
            </a:extLst>
          </p:cNvPr>
          <p:cNvSpPr/>
          <p:nvPr/>
        </p:nvSpPr>
        <p:spPr>
          <a:xfrm>
            <a:off x="6537960" y="1108679"/>
            <a:ext cx="45720" cy="491612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543568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8F41FF3-066B-D101-68D7-935587E4FA3F}"/>
            </a:ext>
          </a:extLst>
        </p:cNvPr>
        <p:cNvGrpSpPr/>
        <p:nvPr/>
      </p:nvGrpSpPr>
      <p:grpSpPr>
        <a:xfrm>
          <a:off x="0" y="0"/>
          <a:ext cx="0" cy="0"/>
          <a:chOff x="0" y="0"/>
          <a:chExt cx="0" cy="0"/>
        </a:xfrm>
      </p:grpSpPr>
      <p:sp useBgFill="1">
        <p:nvSpPr>
          <p:cNvPr id="74" name="Rectangle 73">
            <a:extLst>
              <a:ext uri="{FF2B5EF4-FFF2-40B4-BE49-F238E27FC236}">
                <a16:creationId xmlns:a16="http://schemas.microsoft.com/office/drawing/2014/main" id="{288CFC81-7BBB-31D0-7604-04652D87BE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6" name="Rectangle 75">
            <a:extLst>
              <a:ext uri="{FF2B5EF4-FFF2-40B4-BE49-F238E27FC236}">
                <a16:creationId xmlns:a16="http://schemas.microsoft.com/office/drawing/2014/main" id="{BFF59350-83D6-45C5-73E1-E4A9FEFEB9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8" name="Rectangle 77">
            <a:extLst>
              <a:ext uri="{FF2B5EF4-FFF2-40B4-BE49-F238E27FC236}">
                <a16:creationId xmlns:a16="http://schemas.microsoft.com/office/drawing/2014/main" id="{2843C645-4215-1B76-955E-A18DA7137D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 name="Group 2">
            <a:extLst>
              <a:ext uri="{FF2B5EF4-FFF2-40B4-BE49-F238E27FC236}">
                <a16:creationId xmlns:a16="http://schemas.microsoft.com/office/drawing/2014/main" id="{7F92AC55-A375-0107-2141-0F77582B0597}"/>
              </a:ext>
            </a:extLst>
          </p:cNvPr>
          <p:cNvGrpSpPr/>
          <p:nvPr/>
        </p:nvGrpSpPr>
        <p:grpSpPr>
          <a:xfrm>
            <a:off x="2493264" y="274320"/>
            <a:ext cx="7205472" cy="373054"/>
            <a:chOff x="3393948" y="274320"/>
            <a:chExt cx="7205472" cy="373054"/>
          </a:xfrm>
        </p:grpSpPr>
        <p:sp>
          <p:nvSpPr>
            <p:cNvPr id="4" name="TextBox 3">
              <a:hlinkClick r:id="rId2" action="ppaction://hlinksldjump"/>
              <a:extLst>
                <a:ext uri="{FF2B5EF4-FFF2-40B4-BE49-F238E27FC236}">
                  <a16:creationId xmlns:a16="http://schemas.microsoft.com/office/drawing/2014/main" id="{4EEC9393-39C2-E67D-C78F-E968303C0C7B}"/>
                </a:ext>
              </a:extLst>
            </p:cNvPr>
            <p:cNvSpPr txBox="1"/>
            <p:nvPr/>
          </p:nvSpPr>
          <p:spPr>
            <a:xfrm>
              <a:off x="5195316" y="275844"/>
              <a:ext cx="1801368" cy="369332"/>
            </a:xfrm>
            <a:prstGeom prst="rect">
              <a:avLst/>
            </a:prstGeom>
            <a:noFill/>
          </p:spPr>
          <p:txBody>
            <a:bodyPr wrap="square" rtlCol="0">
              <a:spAutoFit/>
            </a:bodyPr>
            <a:lstStyle/>
            <a:p>
              <a:pPr algn="ctr"/>
              <a:r>
                <a:rPr lang="en-US" dirty="0">
                  <a:hlinkClick r:id="rId2" action="ppaction://hlinksldjump"/>
                </a:rPr>
                <a:t>About</a:t>
              </a:r>
              <a:endParaRPr lang="en-US" dirty="0"/>
            </a:p>
          </p:txBody>
        </p:sp>
        <p:sp>
          <p:nvSpPr>
            <p:cNvPr id="5" name="TextBox 4">
              <a:hlinkClick r:id="" action="ppaction://noaction"/>
              <a:extLst>
                <a:ext uri="{FF2B5EF4-FFF2-40B4-BE49-F238E27FC236}">
                  <a16:creationId xmlns:a16="http://schemas.microsoft.com/office/drawing/2014/main" id="{B35DD486-0ED3-7F8A-66DA-561904729FEF}"/>
                </a:ext>
              </a:extLst>
            </p:cNvPr>
            <p:cNvSpPr txBox="1"/>
            <p:nvPr/>
          </p:nvSpPr>
          <p:spPr>
            <a:xfrm>
              <a:off x="8798052" y="274320"/>
              <a:ext cx="1801368" cy="369332"/>
            </a:xfrm>
            <a:prstGeom prst="rect">
              <a:avLst/>
            </a:prstGeom>
            <a:noFill/>
          </p:spPr>
          <p:txBody>
            <a:bodyPr wrap="square" rtlCol="0">
              <a:spAutoFit/>
            </a:bodyPr>
            <a:lstStyle/>
            <a:p>
              <a:pPr algn="ctr"/>
              <a:r>
                <a:rPr lang="en-US" dirty="0">
                  <a:hlinkClick r:id="rId3" action="ppaction://hlinksldjump"/>
                </a:rPr>
                <a:t>Contact</a:t>
              </a:r>
              <a:endParaRPr lang="en-US" dirty="0"/>
            </a:p>
          </p:txBody>
        </p:sp>
        <p:sp>
          <p:nvSpPr>
            <p:cNvPr id="6" name="TextBox 5">
              <a:hlinkClick r:id="rId4" action="ppaction://hlinksldjump"/>
              <a:extLst>
                <a:ext uri="{FF2B5EF4-FFF2-40B4-BE49-F238E27FC236}">
                  <a16:creationId xmlns:a16="http://schemas.microsoft.com/office/drawing/2014/main" id="{BA40DA16-FDC4-908D-31B1-D4EF3F0E8E09}"/>
                </a:ext>
              </a:extLst>
            </p:cNvPr>
            <p:cNvSpPr txBox="1"/>
            <p:nvPr/>
          </p:nvSpPr>
          <p:spPr>
            <a:xfrm>
              <a:off x="3393948" y="274320"/>
              <a:ext cx="1801368" cy="369332"/>
            </a:xfrm>
            <a:prstGeom prst="rect">
              <a:avLst/>
            </a:prstGeom>
            <a:noFill/>
          </p:spPr>
          <p:txBody>
            <a:bodyPr wrap="square" rtlCol="0">
              <a:spAutoFit/>
            </a:bodyPr>
            <a:lstStyle/>
            <a:p>
              <a:pPr algn="ctr"/>
              <a:r>
                <a:rPr lang="en-US" dirty="0">
                  <a:hlinkClick r:id="rId4" action="ppaction://hlinksldjump"/>
                </a:rPr>
                <a:t>Home</a:t>
              </a:r>
              <a:endParaRPr lang="en-US" dirty="0"/>
            </a:p>
          </p:txBody>
        </p:sp>
        <p:sp>
          <p:nvSpPr>
            <p:cNvPr id="7" name="TextBox 6">
              <a:hlinkClick r:id="rId3" action="ppaction://hlinksldjump"/>
              <a:extLst>
                <a:ext uri="{FF2B5EF4-FFF2-40B4-BE49-F238E27FC236}">
                  <a16:creationId xmlns:a16="http://schemas.microsoft.com/office/drawing/2014/main" id="{39B1E07B-E523-B364-909E-9212556D39EA}"/>
                </a:ext>
              </a:extLst>
            </p:cNvPr>
            <p:cNvSpPr txBox="1"/>
            <p:nvPr/>
          </p:nvSpPr>
          <p:spPr>
            <a:xfrm>
              <a:off x="6996684" y="278042"/>
              <a:ext cx="1801368" cy="369332"/>
            </a:xfrm>
            <a:prstGeom prst="rect">
              <a:avLst/>
            </a:prstGeom>
            <a:noFill/>
          </p:spPr>
          <p:txBody>
            <a:bodyPr wrap="square" rtlCol="0">
              <a:spAutoFit/>
            </a:bodyPr>
            <a:lstStyle/>
            <a:p>
              <a:pPr algn="ctr"/>
              <a:r>
                <a:rPr lang="en-US" dirty="0">
                  <a:hlinkClick r:id="rId5" action="ppaction://hlinksldjump"/>
                </a:rPr>
                <a:t>Projects</a:t>
              </a:r>
              <a:endParaRPr lang="en-US" dirty="0"/>
            </a:p>
          </p:txBody>
        </p:sp>
      </p:grpSp>
      <p:sp>
        <p:nvSpPr>
          <p:cNvPr id="8" name="TextBox 7">
            <a:extLst>
              <a:ext uri="{FF2B5EF4-FFF2-40B4-BE49-F238E27FC236}">
                <a16:creationId xmlns:a16="http://schemas.microsoft.com/office/drawing/2014/main" id="{B3B28A5F-1F9B-871C-47CF-BED0749E4545}"/>
              </a:ext>
            </a:extLst>
          </p:cNvPr>
          <p:cNvSpPr txBox="1"/>
          <p:nvPr/>
        </p:nvSpPr>
        <p:spPr>
          <a:xfrm>
            <a:off x="1638300" y="1011985"/>
            <a:ext cx="8915400" cy="5016758"/>
          </a:xfrm>
          <a:prstGeom prst="rect">
            <a:avLst/>
          </a:prstGeom>
          <a:noFill/>
        </p:spPr>
        <p:txBody>
          <a:bodyPr wrap="square" rtlCol="0">
            <a:spAutoFit/>
          </a:bodyPr>
          <a:lstStyle/>
          <a:p>
            <a:r>
              <a:rPr lang="en-US" sz="1600" b="1" dirty="0"/>
              <a:t>Featured Course Project</a:t>
            </a:r>
          </a:p>
          <a:p>
            <a:r>
              <a:rPr lang="en-US" sz="1600" b="1" dirty="0"/>
              <a:t>Project Title – “Project 1 (Course Project)”</a:t>
            </a:r>
            <a:endParaRPr lang="en-US" sz="1600" dirty="0"/>
          </a:p>
          <a:p>
            <a:pPr marL="285750" indent="-285750">
              <a:buFont typeface="Arial" panose="020B0604020202020204" pitchFamily="34" charset="0"/>
              <a:buChar char="•"/>
            </a:pPr>
            <a:r>
              <a:rPr lang="en-US" sz="1600" dirty="0"/>
              <a:t>business question addressed</a:t>
            </a:r>
          </a:p>
          <a:p>
            <a:pPr marL="285750" indent="-285750">
              <a:buFont typeface="Arial" panose="020B0604020202020204" pitchFamily="34" charset="0"/>
              <a:buChar char="•"/>
            </a:pPr>
            <a:r>
              <a:rPr lang="en-US" sz="1600" dirty="0"/>
              <a:t>data sources and techniques used (e.g., exploratory analysis, visualization, basic modeling).</a:t>
            </a:r>
          </a:p>
          <a:p>
            <a:pPr marL="285750" indent="-285750">
              <a:buFont typeface="Arial" panose="020B0604020202020204" pitchFamily="34" charset="0"/>
              <a:buChar char="•"/>
            </a:pPr>
            <a:r>
              <a:rPr lang="en-US" sz="1600" dirty="0"/>
              <a:t>1–2 key findings or outcomes</a:t>
            </a:r>
          </a:p>
          <a:p>
            <a:r>
              <a:rPr lang="en-US" sz="1600" u="sng" dirty="0">
                <a:hlinkClick r:id="rId6"/>
              </a:rPr>
              <a:t>View the project on GitHub</a:t>
            </a:r>
            <a:endParaRPr lang="en-US" sz="1600" dirty="0"/>
          </a:p>
          <a:p>
            <a:br>
              <a:rPr lang="en-US" sz="1600" dirty="0"/>
            </a:br>
            <a:r>
              <a:rPr lang="en-US" sz="1600" b="1" dirty="0"/>
              <a:t>Featured Course Project</a:t>
            </a:r>
          </a:p>
          <a:p>
            <a:r>
              <a:rPr lang="en-US" sz="1600" b="1" dirty="0"/>
              <a:t>Project Title – “Project 2 (Course Project)”</a:t>
            </a:r>
            <a:endParaRPr lang="en-US" sz="1600" dirty="0"/>
          </a:p>
          <a:p>
            <a:pPr marL="285750" indent="-285750">
              <a:buFont typeface="Arial" panose="020B0604020202020204" pitchFamily="34" charset="0"/>
              <a:buChar char="•"/>
            </a:pPr>
            <a:r>
              <a:rPr lang="en-US" sz="1600" dirty="0"/>
              <a:t>business question addressed</a:t>
            </a:r>
          </a:p>
          <a:p>
            <a:pPr marL="285750" indent="-285750">
              <a:buFont typeface="Arial" panose="020B0604020202020204" pitchFamily="34" charset="0"/>
              <a:buChar char="•"/>
            </a:pPr>
            <a:r>
              <a:rPr lang="en-US" sz="1600" dirty="0"/>
              <a:t>data sources and techniques used (e.g., exploratory analysis, visualization, basic modeling).</a:t>
            </a:r>
          </a:p>
          <a:p>
            <a:pPr marL="285750" indent="-285750">
              <a:buFont typeface="Arial" panose="020B0604020202020204" pitchFamily="34" charset="0"/>
              <a:buChar char="•"/>
            </a:pPr>
            <a:r>
              <a:rPr lang="en-US" sz="1600" dirty="0"/>
              <a:t>1–2 key findings or outcomes</a:t>
            </a:r>
          </a:p>
          <a:p>
            <a:r>
              <a:rPr lang="en-US" sz="1600" u="sng" dirty="0">
                <a:hlinkClick r:id="rId6"/>
              </a:rPr>
              <a:t>View the project on GitHub</a:t>
            </a:r>
            <a:endParaRPr lang="en-US" sz="1600" u="sng" dirty="0"/>
          </a:p>
          <a:p>
            <a:endParaRPr lang="en-US" sz="1600" u="sng" dirty="0"/>
          </a:p>
          <a:p>
            <a:r>
              <a:rPr lang="en-US" sz="1600" b="1" dirty="0"/>
              <a:t>Featured Course Project</a:t>
            </a:r>
          </a:p>
          <a:p>
            <a:r>
              <a:rPr lang="en-US" sz="1600" b="1" dirty="0"/>
              <a:t>Project Title – “Project 3 (Course Project)”</a:t>
            </a:r>
            <a:endParaRPr lang="en-US" sz="1600" dirty="0"/>
          </a:p>
          <a:p>
            <a:pPr marL="285750" indent="-285750">
              <a:buFont typeface="Arial" panose="020B0604020202020204" pitchFamily="34" charset="0"/>
              <a:buChar char="•"/>
            </a:pPr>
            <a:r>
              <a:rPr lang="en-US" sz="1600" dirty="0"/>
              <a:t>business question addressed</a:t>
            </a:r>
          </a:p>
          <a:p>
            <a:pPr marL="285750" indent="-285750">
              <a:buFont typeface="Arial" panose="020B0604020202020204" pitchFamily="34" charset="0"/>
              <a:buChar char="•"/>
            </a:pPr>
            <a:r>
              <a:rPr lang="en-US" sz="1600" dirty="0"/>
              <a:t>data sources and techniques used (e.g., exploratory analysis, visualization, basic modeling).</a:t>
            </a:r>
          </a:p>
          <a:p>
            <a:pPr marL="285750" indent="-285750">
              <a:buFont typeface="Arial" panose="020B0604020202020204" pitchFamily="34" charset="0"/>
              <a:buChar char="•"/>
            </a:pPr>
            <a:r>
              <a:rPr lang="en-US" sz="1600" dirty="0"/>
              <a:t>1–2 key findings or outcomes</a:t>
            </a:r>
          </a:p>
          <a:p>
            <a:r>
              <a:rPr lang="en-US" sz="1600" u="sng" dirty="0">
                <a:hlinkClick r:id="rId6"/>
              </a:rPr>
              <a:t>View the project on GitHub</a:t>
            </a:r>
            <a:endParaRPr lang="en-US" sz="1600" dirty="0"/>
          </a:p>
        </p:txBody>
      </p:sp>
      <p:sp>
        <p:nvSpPr>
          <p:cNvPr id="9" name="TextBox 8">
            <a:extLst>
              <a:ext uri="{FF2B5EF4-FFF2-40B4-BE49-F238E27FC236}">
                <a16:creationId xmlns:a16="http://schemas.microsoft.com/office/drawing/2014/main" id="{7E6821EA-E06B-647B-1EFE-1791730E59C3}"/>
              </a:ext>
            </a:extLst>
          </p:cNvPr>
          <p:cNvSpPr txBox="1"/>
          <p:nvPr/>
        </p:nvSpPr>
        <p:spPr>
          <a:xfrm>
            <a:off x="3278751" y="6445925"/>
            <a:ext cx="5634498" cy="369332"/>
          </a:xfrm>
          <a:prstGeom prst="rect">
            <a:avLst/>
          </a:prstGeom>
          <a:noFill/>
        </p:spPr>
        <p:txBody>
          <a:bodyPr wrap="square" rtlCol="0">
            <a:spAutoFit/>
          </a:bodyPr>
          <a:lstStyle/>
          <a:p>
            <a:pPr algn="ctr"/>
            <a:r>
              <a:rPr lang="en-US" dirty="0">
                <a:solidFill>
                  <a:schemeClr val="bg1"/>
                </a:solidFill>
              </a:rPr>
              <a:t>Contact me: </a:t>
            </a:r>
            <a:r>
              <a:rPr lang="en-US" dirty="0">
                <a:solidFill>
                  <a:schemeClr val="bg1"/>
                </a:solidFill>
                <a:hlinkClick r:id="rId7">
                  <a:extLst>
                    <a:ext uri="{A12FA001-AC4F-418D-AE19-62706E023703}">
                      <ahyp:hlinkClr xmlns:ahyp="http://schemas.microsoft.com/office/drawing/2018/hyperlinkcolor" val="tx"/>
                    </a:ext>
                  </a:extLst>
                </a:hlinkClick>
              </a:rPr>
              <a:t>LinkedIn</a:t>
            </a:r>
            <a:r>
              <a:rPr lang="en-US" dirty="0">
                <a:solidFill>
                  <a:schemeClr val="bg1"/>
                </a:solidFill>
              </a:rPr>
              <a:t> | </a:t>
            </a:r>
            <a:r>
              <a:rPr lang="en-US" dirty="0">
                <a:solidFill>
                  <a:schemeClr val="bg1"/>
                </a:solidFill>
                <a:hlinkClick r:id="rId8">
                  <a:extLst>
                    <a:ext uri="{A12FA001-AC4F-418D-AE19-62706E023703}">
                      <ahyp:hlinkClr xmlns:ahyp="http://schemas.microsoft.com/office/drawing/2018/hyperlinkcolor" val="tx"/>
                    </a:ext>
                  </a:extLst>
                </a:hlinkClick>
              </a:rPr>
              <a:t>GitHub</a:t>
            </a:r>
            <a:r>
              <a:rPr lang="en-US" dirty="0">
                <a:solidFill>
                  <a:schemeClr val="bg1"/>
                </a:solidFill>
              </a:rPr>
              <a:t> | </a:t>
            </a:r>
            <a:r>
              <a:rPr lang="en-US" dirty="0">
                <a:solidFill>
                  <a:schemeClr val="bg1"/>
                </a:solidFill>
                <a:hlinkClick r:id="rId9">
                  <a:extLst>
                    <a:ext uri="{A12FA001-AC4F-418D-AE19-62706E023703}">
                      <ahyp:hlinkClr xmlns:ahyp="http://schemas.microsoft.com/office/drawing/2018/hyperlinkcolor" val="tx"/>
                    </a:ext>
                  </a:extLst>
                </a:hlinkClick>
              </a:rPr>
              <a:t>Email</a:t>
            </a:r>
            <a:r>
              <a:rPr lang="en-US" dirty="0">
                <a:solidFill>
                  <a:schemeClr val="bg1"/>
                </a:solidFill>
              </a:rPr>
              <a:t> | </a:t>
            </a:r>
            <a:r>
              <a:rPr lang="en-US" dirty="0">
                <a:solidFill>
                  <a:schemeClr val="bg1"/>
                </a:solidFill>
                <a:hlinkClick r:id="rId10">
                  <a:extLst>
                    <a:ext uri="{A12FA001-AC4F-418D-AE19-62706E023703}">
                      <ahyp:hlinkClr xmlns:ahyp="http://schemas.microsoft.com/office/drawing/2018/hyperlinkcolor" val="tx"/>
                    </a:ext>
                  </a:extLst>
                </a:hlinkClick>
              </a:rPr>
              <a:t>Portfolio Site</a:t>
            </a:r>
            <a:endParaRPr lang="en-US" dirty="0">
              <a:solidFill>
                <a:schemeClr val="bg1"/>
              </a:solidFill>
            </a:endParaRPr>
          </a:p>
        </p:txBody>
      </p:sp>
    </p:spTree>
    <p:extLst>
      <p:ext uri="{BB962C8B-B14F-4D97-AF65-F5344CB8AC3E}">
        <p14:creationId xmlns:p14="http://schemas.microsoft.com/office/powerpoint/2010/main" val="15217181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38E9061-A744-5608-D467-3D7AAEE39569}"/>
            </a:ext>
          </a:extLst>
        </p:cNvPr>
        <p:cNvGrpSpPr/>
        <p:nvPr/>
      </p:nvGrpSpPr>
      <p:grpSpPr>
        <a:xfrm>
          <a:off x="0" y="0"/>
          <a:ext cx="0" cy="0"/>
          <a:chOff x="0" y="0"/>
          <a:chExt cx="0" cy="0"/>
        </a:xfrm>
      </p:grpSpPr>
      <p:sp useBgFill="1">
        <p:nvSpPr>
          <p:cNvPr id="53" name="Rectangle 52">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7C0F6D0C-FA71-F59D-D753-4DA7B538F757}"/>
              </a:ext>
            </a:extLst>
          </p:cNvPr>
          <p:cNvSpPr txBox="1"/>
          <p:nvPr/>
        </p:nvSpPr>
        <p:spPr>
          <a:xfrm>
            <a:off x="1233982" y="1871752"/>
            <a:ext cx="9724031" cy="3683358"/>
          </a:xfrm>
          <a:prstGeom prst="rect">
            <a:avLst/>
          </a:prstGeom>
        </p:spPr>
        <p:txBody>
          <a:bodyPr vert="horz" lIns="91440" tIns="45720" rIns="91440" bIns="45720" rtlCol="0" anchor="ctr">
            <a:normAutofit/>
          </a:bodyPr>
          <a:lstStyle/>
          <a:p>
            <a:pPr>
              <a:lnSpc>
                <a:spcPct val="90000"/>
              </a:lnSpc>
              <a:spcAft>
                <a:spcPts val="600"/>
              </a:spcAft>
            </a:pPr>
            <a:r>
              <a:rPr lang="en-US" sz="2000" b="1" dirty="0"/>
              <a:t>Contact</a:t>
            </a:r>
            <a:endParaRPr lang="en-US" sz="1900" b="1" dirty="0"/>
          </a:p>
          <a:p>
            <a:pPr indent="-228600">
              <a:lnSpc>
                <a:spcPct val="90000"/>
              </a:lnSpc>
              <a:spcAft>
                <a:spcPts val="600"/>
              </a:spcAft>
              <a:buFont typeface="Arial" panose="020B0604020202020204" pitchFamily="34" charset="0"/>
              <a:buChar char="•"/>
            </a:pPr>
            <a:endParaRPr lang="en-US" sz="1900" dirty="0"/>
          </a:p>
          <a:p>
            <a:pPr>
              <a:lnSpc>
                <a:spcPct val="90000"/>
              </a:lnSpc>
              <a:spcAft>
                <a:spcPts val="600"/>
              </a:spcAft>
            </a:pPr>
            <a:r>
              <a:rPr lang="en-US" sz="1900" dirty="0"/>
              <a:t>I welcome opportunities to discuss data science, analytics, and data governance work.</a:t>
            </a:r>
          </a:p>
          <a:p>
            <a:pPr indent="-228600">
              <a:lnSpc>
                <a:spcPct val="90000"/>
              </a:lnSpc>
              <a:spcAft>
                <a:spcPts val="600"/>
              </a:spcAft>
              <a:buFont typeface="Arial" panose="020B0604020202020204" pitchFamily="34" charset="0"/>
              <a:buChar char="•"/>
            </a:pPr>
            <a:endParaRPr lang="en-US" sz="1900" dirty="0"/>
          </a:p>
          <a:p>
            <a:pPr marL="285750" indent="-228600">
              <a:lnSpc>
                <a:spcPct val="90000"/>
              </a:lnSpc>
              <a:spcAft>
                <a:spcPts val="600"/>
              </a:spcAft>
              <a:buFont typeface="Arial" panose="020B0604020202020204" pitchFamily="34" charset="0"/>
              <a:buChar char="•"/>
            </a:pPr>
            <a:r>
              <a:rPr lang="en-US" sz="1900" dirty="0"/>
              <a:t>Email: </a:t>
            </a:r>
            <a:r>
              <a:rPr lang="en-US" sz="1900" u="sng" dirty="0">
                <a:hlinkClick r:id="rId2"/>
              </a:rPr>
              <a:t>cashannon@my365.bellevue.edu</a:t>
            </a:r>
            <a:endParaRPr lang="en-US" sz="1900" dirty="0"/>
          </a:p>
          <a:p>
            <a:pPr marL="285750" indent="-228600">
              <a:lnSpc>
                <a:spcPct val="90000"/>
              </a:lnSpc>
              <a:spcAft>
                <a:spcPts val="600"/>
              </a:spcAft>
              <a:buFont typeface="Arial" panose="020B0604020202020204" pitchFamily="34" charset="0"/>
              <a:buChar char="•"/>
            </a:pPr>
            <a:r>
              <a:rPr lang="en-US" sz="1900" dirty="0"/>
              <a:t>Phone: 402-639-2731</a:t>
            </a:r>
          </a:p>
          <a:p>
            <a:pPr marL="285750" indent="-228600">
              <a:lnSpc>
                <a:spcPct val="90000"/>
              </a:lnSpc>
              <a:spcAft>
                <a:spcPts val="600"/>
              </a:spcAft>
              <a:buFont typeface="Arial" panose="020B0604020202020204" pitchFamily="34" charset="0"/>
              <a:buChar char="•"/>
            </a:pPr>
            <a:r>
              <a:rPr lang="en-US" sz="1900" dirty="0"/>
              <a:t>Location: Papillion, NE</a:t>
            </a:r>
          </a:p>
          <a:p>
            <a:pPr marL="285750" indent="-228600">
              <a:lnSpc>
                <a:spcPct val="90000"/>
              </a:lnSpc>
              <a:spcAft>
                <a:spcPts val="600"/>
              </a:spcAft>
              <a:buFont typeface="Arial" panose="020B0604020202020204" pitchFamily="34" charset="0"/>
              <a:buChar char="•"/>
            </a:pPr>
            <a:r>
              <a:rPr lang="en-US" sz="1900" dirty="0"/>
              <a:t>GitHub: </a:t>
            </a:r>
            <a:r>
              <a:rPr lang="en-US" sz="1900" u="sng" dirty="0">
                <a:hlinkClick r:id="rId3"/>
              </a:rPr>
              <a:t>https://github.com/cashannon</a:t>
            </a:r>
            <a:endParaRPr lang="en-US" sz="1900" dirty="0"/>
          </a:p>
          <a:p>
            <a:pPr marL="285750" indent="-228600">
              <a:lnSpc>
                <a:spcPct val="90000"/>
              </a:lnSpc>
              <a:spcAft>
                <a:spcPts val="600"/>
              </a:spcAft>
              <a:buFont typeface="Arial" panose="020B0604020202020204" pitchFamily="34" charset="0"/>
              <a:buChar char="•"/>
            </a:pPr>
            <a:r>
              <a:rPr lang="en-US" sz="1900" dirty="0"/>
              <a:t>Portfolio: </a:t>
            </a:r>
            <a:r>
              <a:rPr lang="en-US" sz="1900" u="sng" dirty="0">
                <a:hlinkClick r:id="rId4"/>
              </a:rPr>
              <a:t>https://github.com/cashannon/cashannnon.github.io </a:t>
            </a:r>
            <a:endParaRPr lang="en-US" sz="1900" u="sng" dirty="0"/>
          </a:p>
          <a:p>
            <a:pPr marL="285750" indent="-228600">
              <a:lnSpc>
                <a:spcPct val="90000"/>
              </a:lnSpc>
              <a:spcAft>
                <a:spcPts val="600"/>
              </a:spcAft>
              <a:buFont typeface="Arial" panose="020B0604020202020204" pitchFamily="34" charset="0"/>
              <a:buChar char="•"/>
            </a:pPr>
            <a:r>
              <a:rPr lang="en-US" sz="1900" dirty="0"/>
              <a:t>LinkedIn: </a:t>
            </a:r>
            <a:r>
              <a:rPr lang="en-US" sz="1900" u="sng" dirty="0">
                <a:hlinkClick r:id="rId5"/>
              </a:rPr>
              <a:t>https://www.linkedin.com/in/christian-shannon-6a5806138/</a:t>
            </a:r>
            <a:endParaRPr lang="en-US" sz="1900" dirty="0"/>
          </a:p>
        </p:txBody>
      </p:sp>
      <p:grpSp>
        <p:nvGrpSpPr>
          <p:cNvPr id="60" name="Group 59">
            <a:extLst>
              <a:ext uri="{FF2B5EF4-FFF2-40B4-BE49-F238E27FC236}">
                <a16:creationId xmlns:a16="http://schemas.microsoft.com/office/drawing/2014/main" id="{58BF25C4-FD0B-98A5-19AF-3B997D2C05EA}"/>
              </a:ext>
            </a:extLst>
          </p:cNvPr>
          <p:cNvGrpSpPr/>
          <p:nvPr/>
        </p:nvGrpSpPr>
        <p:grpSpPr>
          <a:xfrm>
            <a:off x="2493264" y="274320"/>
            <a:ext cx="7205472" cy="373054"/>
            <a:chOff x="3393948" y="274320"/>
            <a:chExt cx="7205472" cy="373054"/>
          </a:xfrm>
        </p:grpSpPr>
        <p:sp>
          <p:nvSpPr>
            <p:cNvPr id="61" name="TextBox 60">
              <a:hlinkClick r:id="rId6" action="ppaction://hlinksldjump"/>
              <a:extLst>
                <a:ext uri="{FF2B5EF4-FFF2-40B4-BE49-F238E27FC236}">
                  <a16:creationId xmlns:a16="http://schemas.microsoft.com/office/drawing/2014/main" id="{EDC04C3E-1A22-ADF3-AC8D-8786F5499DDE}"/>
                </a:ext>
              </a:extLst>
            </p:cNvPr>
            <p:cNvSpPr txBox="1"/>
            <p:nvPr/>
          </p:nvSpPr>
          <p:spPr>
            <a:xfrm>
              <a:off x="5195316" y="275844"/>
              <a:ext cx="1801368" cy="369332"/>
            </a:xfrm>
            <a:prstGeom prst="rect">
              <a:avLst/>
            </a:prstGeom>
            <a:noFill/>
          </p:spPr>
          <p:txBody>
            <a:bodyPr wrap="square" rtlCol="0">
              <a:spAutoFit/>
            </a:bodyPr>
            <a:lstStyle/>
            <a:p>
              <a:pPr algn="ctr"/>
              <a:r>
                <a:rPr lang="en-US" dirty="0">
                  <a:solidFill>
                    <a:schemeClr val="bg1"/>
                  </a:solidFill>
                  <a:hlinkClick r:id="rId6" action="ppaction://hlinksldjump">
                    <a:extLst>
                      <a:ext uri="{A12FA001-AC4F-418D-AE19-62706E023703}">
                        <ahyp:hlinkClr xmlns:ahyp="http://schemas.microsoft.com/office/drawing/2018/hyperlinkcolor" val="tx"/>
                      </a:ext>
                    </a:extLst>
                  </a:hlinkClick>
                </a:rPr>
                <a:t>About</a:t>
              </a:r>
              <a:endParaRPr lang="en-US" dirty="0">
                <a:solidFill>
                  <a:schemeClr val="bg1"/>
                </a:solidFill>
              </a:endParaRPr>
            </a:p>
          </p:txBody>
        </p:sp>
        <p:sp>
          <p:nvSpPr>
            <p:cNvPr id="62" name="TextBox 61">
              <a:hlinkClick r:id="" action="ppaction://noaction"/>
              <a:extLst>
                <a:ext uri="{FF2B5EF4-FFF2-40B4-BE49-F238E27FC236}">
                  <a16:creationId xmlns:a16="http://schemas.microsoft.com/office/drawing/2014/main" id="{9D3681E1-3E51-1AEC-B10D-BE157ABD1338}"/>
                </a:ext>
              </a:extLst>
            </p:cNvPr>
            <p:cNvSpPr txBox="1"/>
            <p:nvPr/>
          </p:nvSpPr>
          <p:spPr>
            <a:xfrm>
              <a:off x="8798052" y="274320"/>
              <a:ext cx="1801368" cy="369332"/>
            </a:xfrm>
            <a:prstGeom prst="rect">
              <a:avLst/>
            </a:prstGeom>
            <a:noFill/>
          </p:spPr>
          <p:txBody>
            <a:bodyPr wrap="square" rtlCol="0">
              <a:spAutoFit/>
            </a:bodyPr>
            <a:lstStyle/>
            <a:p>
              <a:pPr algn="ctr"/>
              <a:r>
                <a:rPr lang="en-US" dirty="0">
                  <a:solidFill>
                    <a:schemeClr val="bg1"/>
                  </a:solidFill>
                  <a:hlinkClick r:id="rId7" action="ppaction://hlinksldjump">
                    <a:extLst>
                      <a:ext uri="{A12FA001-AC4F-418D-AE19-62706E023703}">
                        <ahyp:hlinkClr xmlns:ahyp="http://schemas.microsoft.com/office/drawing/2018/hyperlinkcolor" val="tx"/>
                      </a:ext>
                    </a:extLst>
                  </a:hlinkClick>
                </a:rPr>
                <a:t>Contact</a:t>
              </a:r>
              <a:endParaRPr lang="en-US" dirty="0">
                <a:solidFill>
                  <a:schemeClr val="bg1"/>
                </a:solidFill>
              </a:endParaRPr>
            </a:p>
          </p:txBody>
        </p:sp>
        <p:sp>
          <p:nvSpPr>
            <p:cNvPr id="63" name="TextBox 62">
              <a:hlinkClick r:id="rId8" action="ppaction://hlinksldjump"/>
              <a:extLst>
                <a:ext uri="{FF2B5EF4-FFF2-40B4-BE49-F238E27FC236}">
                  <a16:creationId xmlns:a16="http://schemas.microsoft.com/office/drawing/2014/main" id="{BA78F96E-EF1C-AA82-E83F-5CD427AB7CF5}"/>
                </a:ext>
              </a:extLst>
            </p:cNvPr>
            <p:cNvSpPr txBox="1"/>
            <p:nvPr/>
          </p:nvSpPr>
          <p:spPr>
            <a:xfrm>
              <a:off x="3393948" y="274320"/>
              <a:ext cx="1801368" cy="369332"/>
            </a:xfrm>
            <a:prstGeom prst="rect">
              <a:avLst/>
            </a:prstGeom>
            <a:noFill/>
          </p:spPr>
          <p:txBody>
            <a:bodyPr wrap="square" rtlCol="0">
              <a:spAutoFit/>
            </a:bodyPr>
            <a:lstStyle/>
            <a:p>
              <a:pPr algn="ctr"/>
              <a:r>
                <a:rPr lang="en-US" dirty="0">
                  <a:solidFill>
                    <a:schemeClr val="bg1"/>
                  </a:solidFill>
                  <a:hlinkClick r:id="rId8" action="ppaction://hlinksldjump">
                    <a:extLst>
                      <a:ext uri="{A12FA001-AC4F-418D-AE19-62706E023703}">
                        <ahyp:hlinkClr xmlns:ahyp="http://schemas.microsoft.com/office/drawing/2018/hyperlinkcolor" val="tx"/>
                      </a:ext>
                    </a:extLst>
                  </a:hlinkClick>
                </a:rPr>
                <a:t>Home</a:t>
              </a:r>
              <a:endParaRPr lang="en-US" dirty="0">
                <a:solidFill>
                  <a:schemeClr val="bg1"/>
                </a:solidFill>
              </a:endParaRPr>
            </a:p>
          </p:txBody>
        </p:sp>
        <p:sp>
          <p:nvSpPr>
            <p:cNvPr id="64" name="TextBox 63">
              <a:hlinkClick r:id="rId7" action="ppaction://hlinksldjump"/>
              <a:extLst>
                <a:ext uri="{FF2B5EF4-FFF2-40B4-BE49-F238E27FC236}">
                  <a16:creationId xmlns:a16="http://schemas.microsoft.com/office/drawing/2014/main" id="{12B7E96F-E22E-FA4B-46B6-8211DD54955D}"/>
                </a:ext>
              </a:extLst>
            </p:cNvPr>
            <p:cNvSpPr txBox="1"/>
            <p:nvPr/>
          </p:nvSpPr>
          <p:spPr>
            <a:xfrm>
              <a:off x="6996684" y="278042"/>
              <a:ext cx="1801368" cy="369332"/>
            </a:xfrm>
            <a:prstGeom prst="rect">
              <a:avLst/>
            </a:prstGeom>
            <a:noFill/>
          </p:spPr>
          <p:txBody>
            <a:bodyPr wrap="square" rtlCol="0">
              <a:spAutoFit/>
            </a:bodyPr>
            <a:lstStyle/>
            <a:p>
              <a:pPr algn="ctr"/>
              <a:r>
                <a:rPr lang="en-US" dirty="0">
                  <a:solidFill>
                    <a:schemeClr val="bg1"/>
                  </a:solidFill>
                  <a:hlinkClick r:id="rId9" action="ppaction://hlinksldjump">
                    <a:extLst>
                      <a:ext uri="{A12FA001-AC4F-418D-AE19-62706E023703}">
                        <ahyp:hlinkClr xmlns:ahyp="http://schemas.microsoft.com/office/drawing/2018/hyperlinkcolor" val="tx"/>
                      </a:ext>
                    </a:extLst>
                  </a:hlinkClick>
                </a:rPr>
                <a:t>Projects</a:t>
              </a:r>
              <a:endParaRPr lang="en-US" dirty="0">
                <a:solidFill>
                  <a:schemeClr val="bg1"/>
                </a:solidFill>
              </a:endParaRPr>
            </a:p>
          </p:txBody>
        </p:sp>
      </p:grpSp>
      <p:sp>
        <p:nvSpPr>
          <p:cNvPr id="65" name="TextBox 64">
            <a:extLst>
              <a:ext uri="{FF2B5EF4-FFF2-40B4-BE49-F238E27FC236}">
                <a16:creationId xmlns:a16="http://schemas.microsoft.com/office/drawing/2014/main" id="{62EB7B76-794D-E8E8-E4A1-1913A15922EF}"/>
              </a:ext>
            </a:extLst>
          </p:cNvPr>
          <p:cNvSpPr txBox="1"/>
          <p:nvPr/>
        </p:nvSpPr>
        <p:spPr>
          <a:xfrm>
            <a:off x="3278751" y="6293525"/>
            <a:ext cx="5634498" cy="369332"/>
          </a:xfrm>
          <a:prstGeom prst="rect">
            <a:avLst/>
          </a:prstGeom>
          <a:noFill/>
        </p:spPr>
        <p:txBody>
          <a:bodyPr wrap="square" rtlCol="0">
            <a:spAutoFit/>
          </a:bodyPr>
          <a:lstStyle/>
          <a:p>
            <a:pPr algn="ctr"/>
            <a:r>
              <a:rPr lang="en-US" dirty="0"/>
              <a:t>Contact me: </a:t>
            </a:r>
            <a:r>
              <a:rPr lang="en-US" dirty="0">
                <a:hlinkClick r:id="rId5"/>
              </a:rPr>
              <a:t>LinkedIn</a:t>
            </a:r>
            <a:r>
              <a:rPr lang="en-US" dirty="0"/>
              <a:t> | </a:t>
            </a:r>
            <a:r>
              <a:rPr lang="en-US" dirty="0">
                <a:hlinkClick r:id="rId4"/>
              </a:rPr>
              <a:t>GitHub</a:t>
            </a:r>
            <a:r>
              <a:rPr lang="en-US" dirty="0"/>
              <a:t> | </a:t>
            </a:r>
            <a:r>
              <a:rPr lang="en-US" dirty="0">
                <a:hlinkClick r:id="rId2"/>
              </a:rPr>
              <a:t>Email</a:t>
            </a:r>
            <a:r>
              <a:rPr lang="en-US" dirty="0"/>
              <a:t> | </a:t>
            </a:r>
            <a:r>
              <a:rPr lang="en-US" dirty="0">
                <a:hlinkClick r:id="rId10"/>
              </a:rPr>
              <a:t>Portfolio Site</a:t>
            </a:r>
            <a:endParaRPr lang="en-US" dirty="0"/>
          </a:p>
        </p:txBody>
      </p:sp>
    </p:spTree>
    <p:extLst>
      <p:ext uri="{BB962C8B-B14F-4D97-AF65-F5344CB8AC3E}">
        <p14:creationId xmlns:p14="http://schemas.microsoft.com/office/powerpoint/2010/main" val="32218041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292</TotalTime>
  <Words>705</Words>
  <Application>Microsoft Office PowerPoint</Application>
  <PresentationFormat>Widescreen</PresentationFormat>
  <Paragraphs>100</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Aptos</vt:lpstr>
      <vt:lpstr>Aptos Display</vt:lpstr>
      <vt:lpstr>Arial</vt:lpstr>
      <vt:lpstr>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Crissy Shannon</dc:creator>
  <cp:lastModifiedBy>Crissy Shannon</cp:lastModifiedBy>
  <cp:revision>1</cp:revision>
  <dcterms:created xsi:type="dcterms:W3CDTF">2026-01-25T16:53:02Z</dcterms:created>
  <dcterms:modified xsi:type="dcterms:W3CDTF">2026-01-25T21:45:12Z</dcterms:modified>
</cp:coreProperties>
</file>